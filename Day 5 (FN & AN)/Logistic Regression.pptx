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Open Sauce Bold" charset="1" panose="00000800000000000000"/>
      <p:regular r:id="rId11"/>
    </p:embeddedFont>
    <p:embeddedFont>
      <p:font typeface="Codec Pro Ultra-Bold" charset="1" panose="00000700000000000000"/>
      <p:regular r:id="rId12"/>
    </p:embeddedFont>
    <p:embeddedFont>
      <p:font typeface="Open Sauce" charset="1" panose="000005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6E7D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702850" y="-76200"/>
            <a:ext cx="5981557" cy="11479435"/>
            <a:chOff x="0" y="0"/>
            <a:chExt cx="5981560" cy="11479441"/>
          </a:xfrm>
        </p:grpSpPr>
        <p:sp>
          <p:nvSpPr>
            <p:cNvPr name="Freeform 3" id="3"/>
            <p:cNvSpPr/>
            <p:nvPr/>
          </p:nvSpPr>
          <p:spPr>
            <a:xfrm flipH="false" flipV="false" rot="0">
              <a:off x="702818" y="76200"/>
              <a:ext cx="4194175" cy="3003423"/>
            </a:xfrm>
            <a:custGeom>
              <a:avLst/>
              <a:gdLst/>
              <a:ahLst/>
              <a:cxnLst/>
              <a:rect r="r" b="b" t="t" l="l"/>
              <a:pathLst>
                <a:path h="3003423" w="4194175">
                  <a:moveTo>
                    <a:pt x="0" y="0"/>
                  </a:moveTo>
                  <a:lnTo>
                    <a:pt x="0" y="3003423"/>
                  </a:lnTo>
                  <a:lnTo>
                    <a:pt x="4194175" y="0"/>
                  </a:lnTo>
                  <a:close/>
                </a:path>
              </a:pathLst>
            </a:custGeom>
            <a:solidFill>
              <a:srgbClr val="33231B"/>
            </a:solidFill>
          </p:spPr>
        </p:sp>
        <p:sp>
          <p:nvSpPr>
            <p:cNvPr name="Freeform 4" id="4"/>
            <p:cNvSpPr/>
            <p:nvPr/>
          </p:nvSpPr>
          <p:spPr>
            <a:xfrm flipH="false" flipV="false" rot="0">
              <a:off x="702818" y="76200"/>
              <a:ext cx="4100449" cy="2375027"/>
            </a:xfrm>
            <a:custGeom>
              <a:avLst/>
              <a:gdLst/>
              <a:ahLst/>
              <a:cxnLst/>
              <a:rect r="r" b="b" t="t" l="l"/>
              <a:pathLst>
                <a:path h="2375027" w="4100449">
                  <a:moveTo>
                    <a:pt x="0" y="0"/>
                  </a:moveTo>
                  <a:lnTo>
                    <a:pt x="0" y="2375027"/>
                  </a:lnTo>
                  <a:lnTo>
                    <a:pt x="4100449" y="0"/>
                  </a:lnTo>
                  <a:close/>
                </a:path>
              </a:pathLst>
            </a:custGeom>
            <a:solidFill>
              <a:srgbClr val="36302C"/>
            </a:solidFill>
          </p:spPr>
        </p:sp>
        <p:sp>
          <p:nvSpPr>
            <p:cNvPr name="Freeform 5" id="5"/>
            <p:cNvSpPr/>
            <p:nvPr/>
          </p:nvSpPr>
          <p:spPr>
            <a:xfrm flipH="false" flipV="false" rot="0">
              <a:off x="702818" y="76200"/>
              <a:ext cx="4194175" cy="3003169"/>
            </a:xfrm>
            <a:custGeom>
              <a:avLst/>
              <a:gdLst/>
              <a:ahLst/>
              <a:cxnLst/>
              <a:rect r="r" b="b" t="t" l="l"/>
              <a:pathLst>
                <a:path h="3003169" w="4194175">
                  <a:moveTo>
                    <a:pt x="4039616" y="0"/>
                  </a:moveTo>
                  <a:lnTo>
                    <a:pt x="0" y="2370201"/>
                  </a:lnTo>
                  <a:lnTo>
                    <a:pt x="0" y="3003169"/>
                  </a:lnTo>
                  <a:lnTo>
                    <a:pt x="4194175" y="0"/>
                  </a:lnTo>
                  <a:close/>
                </a:path>
              </a:pathLst>
            </a:custGeom>
            <a:solidFill>
              <a:srgbClr val="BA957C"/>
            </a:solidFill>
          </p:spPr>
        </p:sp>
        <p:sp>
          <p:nvSpPr>
            <p:cNvPr name="Freeform 6" id="6"/>
            <p:cNvSpPr/>
            <p:nvPr/>
          </p:nvSpPr>
          <p:spPr>
            <a:xfrm flipH="false" flipV="false" rot="0">
              <a:off x="702818" y="3961257"/>
              <a:ext cx="4356608" cy="6401943"/>
            </a:xfrm>
            <a:custGeom>
              <a:avLst/>
              <a:gdLst/>
              <a:ahLst/>
              <a:cxnLst/>
              <a:rect r="r" b="b" t="t" l="l"/>
              <a:pathLst>
                <a:path h="6401943" w="4356608">
                  <a:moveTo>
                    <a:pt x="0" y="127"/>
                  </a:moveTo>
                  <a:lnTo>
                    <a:pt x="0" y="6401943"/>
                  </a:lnTo>
                  <a:lnTo>
                    <a:pt x="4356608" y="6401943"/>
                  </a:lnTo>
                  <a:lnTo>
                    <a:pt x="29464" y="53594"/>
                  </a:lnTo>
                  <a:lnTo>
                    <a:pt x="127" y="0"/>
                  </a:lnTo>
                  <a:close/>
                </a:path>
              </a:pathLst>
            </a:custGeom>
            <a:solidFill>
              <a:srgbClr val="33231B"/>
            </a:solidFill>
          </p:spPr>
        </p:sp>
        <p:sp>
          <p:nvSpPr>
            <p:cNvPr name="Freeform 7" id="7"/>
            <p:cNvSpPr/>
            <p:nvPr/>
          </p:nvSpPr>
          <p:spPr>
            <a:xfrm flipH="false" flipV="false" rot="0">
              <a:off x="702818" y="3961257"/>
              <a:ext cx="3513201" cy="6401943"/>
            </a:xfrm>
            <a:custGeom>
              <a:avLst/>
              <a:gdLst/>
              <a:ahLst/>
              <a:cxnLst/>
              <a:rect r="r" b="b" t="t" l="l"/>
              <a:pathLst>
                <a:path h="6401943" w="3513201">
                  <a:moveTo>
                    <a:pt x="0" y="127"/>
                  </a:moveTo>
                  <a:lnTo>
                    <a:pt x="0" y="6401943"/>
                  </a:lnTo>
                  <a:lnTo>
                    <a:pt x="3513201" y="6401943"/>
                  </a:lnTo>
                  <a:lnTo>
                    <a:pt x="29464" y="53594"/>
                  </a:lnTo>
                  <a:lnTo>
                    <a:pt x="127" y="0"/>
                  </a:lnTo>
                  <a:close/>
                </a:path>
              </a:pathLst>
            </a:custGeom>
            <a:solidFill>
              <a:srgbClr val="36302C"/>
            </a:solidFill>
          </p:spPr>
        </p:sp>
        <p:sp>
          <p:nvSpPr>
            <p:cNvPr name="Freeform 8" id="8"/>
            <p:cNvSpPr/>
            <p:nvPr/>
          </p:nvSpPr>
          <p:spPr>
            <a:xfrm flipH="false" flipV="false" rot="0">
              <a:off x="702818" y="3961257"/>
              <a:ext cx="4356354" cy="6401943"/>
            </a:xfrm>
            <a:custGeom>
              <a:avLst/>
              <a:gdLst/>
              <a:ahLst/>
              <a:cxnLst/>
              <a:rect r="r" b="b" t="t" l="l"/>
              <a:pathLst>
                <a:path h="6401943" w="4356354">
                  <a:moveTo>
                    <a:pt x="0" y="127"/>
                  </a:moveTo>
                  <a:lnTo>
                    <a:pt x="0" y="98044"/>
                  </a:lnTo>
                  <a:lnTo>
                    <a:pt x="3505708" y="6401943"/>
                  </a:lnTo>
                  <a:lnTo>
                    <a:pt x="4356354" y="6401943"/>
                  </a:lnTo>
                  <a:lnTo>
                    <a:pt x="29464" y="53594"/>
                  </a:lnTo>
                  <a:lnTo>
                    <a:pt x="127" y="0"/>
                  </a:lnTo>
                  <a:close/>
                </a:path>
              </a:pathLst>
            </a:custGeom>
            <a:solidFill>
              <a:srgbClr val="BA957C"/>
            </a:solidFill>
          </p:spPr>
        </p:sp>
      </p:grpSp>
      <p:grpSp>
        <p:nvGrpSpPr>
          <p:cNvPr name="Group 9" id="9"/>
          <p:cNvGrpSpPr>
            <a:grpSpLocks noChangeAspect="true"/>
          </p:cNvGrpSpPr>
          <p:nvPr/>
        </p:nvGrpSpPr>
        <p:grpSpPr>
          <a:xfrm rot="0">
            <a:off x="13004930" y="-756295"/>
            <a:ext cx="5841635" cy="11119495"/>
            <a:chOff x="0" y="0"/>
            <a:chExt cx="5841632" cy="11119498"/>
          </a:xfrm>
        </p:grpSpPr>
        <p:sp>
          <p:nvSpPr>
            <p:cNvPr name="Freeform 10" id="10"/>
            <p:cNvSpPr/>
            <p:nvPr/>
          </p:nvSpPr>
          <p:spPr>
            <a:xfrm flipH="false" flipV="false" rot="0">
              <a:off x="535559" y="756285"/>
              <a:ext cx="4747514" cy="7026656"/>
            </a:xfrm>
            <a:custGeom>
              <a:avLst/>
              <a:gdLst/>
              <a:ahLst/>
              <a:cxnLst/>
              <a:rect r="r" b="b" t="t" l="l"/>
              <a:pathLst>
                <a:path h="7026656" w="4747514">
                  <a:moveTo>
                    <a:pt x="0" y="0"/>
                  </a:moveTo>
                  <a:lnTo>
                    <a:pt x="4573905" y="6710045"/>
                  </a:lnTo>
                  <a:lnTo>
                    <a:pt x="4747514" y="7026656"/>
                  </a:lnTo>
                  <a:lnTo>
                    <a:pt x="4747514" y="0"/>
                  </a:lnTo>
                  <a:close/>
                </a:path>
              </a:pathLst>
            </a:custGeom>
            <a:solidFill>
              <a:srgbClr val="33231B"/>
            </a:solidFill>
          </p:spPr>
        </p:sp>
        <p:sp>
          <p:nvSpPr>
            <p:cNvPr name="Freeform 11" id="11"/>
            <p:cNvSpPr/>
            <p:nvPr/>
          </p:nvSpPr>
          <p:spPr>
            <a:xfrm flipH="false" flipV="false" rot="0">
              <a:off x="1427099" y="756285"/>
              <a:ext cx="3855974" cy="7026656"/>
            </a:xfrm>
            <a:custGeom>
              <a:avLst/>
              <a:gdLst/>
              <a:ahLst/>
              <a:cxnLst/>
              <a:rect r="r" b="b" t="t" l="l"/>
              <a:pathLst>
                <a:path h="7026656" w="3855974">
                  <a:moveTo>
                    <a:pt x="0" y="0"/>
                  </a:moveTo>
                  <a:lnTo>
                    <a:pt x="3682365" y="6710045"/>
                  </a:lnTo>
                  <a:lnTo>
                    <a:pt x="3855974" y="7026656"/>
                  </a:lnTo>
                  <a:lnTo>
                    <a:pt x="3855974" y="0"/>
                  </a:lnTo>
                  <a:close/>
                </a:path>
              </a:pathLst>
            </a:custGeom>
            <a:solidFill>
              <a:srgbClr val="36302C"/>
            </a:solidFill>
          </p:spPr>
        </p:sp>
        <p:sp>
          <p:nvSpPr>
            <p:cNvPr name="Freeform 12" id="12"/>
            <p:cNvSpPr/>
            <p:nvPr/>
          </p:nvSpPr>
          <p:spPr>
            <a:xfrm flipH="false" flipV="false" rot="0">
              <a:off x="535940" y="756285"/>
              <a:ext cx="4747133" cy="7026656"/>
            </a:xfrm>
            <a:custGeom>
              <a:avLst/>
              <a:gdLst/>
              <a:ahLst/>
              <a:cxnLst/>
              <a:rect r="r" b="b" t="t" l="l"/>
              <a:pathLst>
                <a:path h="7026656" w="4747133">
                  <a:moveTo>
                    <a:pt x="0" y="0"/>
                  </a:moveTo>
                  <a:lnTo>
                    <a:pt x="4573524" y="6710045"/>
                  </a:lnTo>
                  <a:lnTo>
                    <a:pt x="4747133" y="7026656"/>
                  </a:lnTo>
                  <a:lnTo>
                    <a:pt x="4747133" y="6925183"/>
                  </a:lnTo>
                  <a:lnTo>
                    <a:pt x="895985" y="0"/>
                  </a:lnTo>
                  <a:close/>
                </a:path>
              </a:pathLst>
            </a:custGeom>
            <a:solidFill>
              <a:srgbClr val="BA957C"/>
            </a:solidFill>
          </p:spPr>
        </p:sp>
        <p:sp>
          <p:nvSpPr>
            <p:cNvPr name="Freeform 13" id="13"/>
            <p:cNvSpPr/>
            <p:nvPr/>
          </p:nvSpPr>
          <p:spPr>
            <a:xfrm flipH="false" flipV="false" rot="0">
              <a:off x="1235583" y="8144764"/>
              <a:ext cx="4047490" cy="2898521"/>
            </a:xfrm>
            <a:custGeom>
              <a:avLst/>
              <a:gdLst/>
              <a:ahLst/>
              <a:cxnLst/>
              <a:rect r="r" b="b" t="t" l="l"/>
              <a:pathLst>
                <a:path h="2898521" w="4047490">
                  <a:moveTo>
                    <a:pt x="4047490" y="0"/>
                  </a:moveTo>
                  <a:lnTo>
                    <a:pt x="0" y="2898521"/>
                  </a:lnTo>
                  <a:lnTo>
                    <a:pt x="4047490" y="2898521"/>
                  </a:lnTo>
                  <a:lnTo>
                    <a:pt x="4047490" y="0"/>
                  </a:lnTo>
                  <a:close/>
                </a:path>
              </a:pathLst>
            </a:custGeom>
            <a:solidFill>
              <a:srgbClr val="33231B"/>
            </a:solidFill>
          </p:spPr>
        </p:sp>
        <p:sp>
          <p:nvSpPr>
            <p:cNvPr name="Freeform 14" id="14"/>
            <p:cNvSpPr/>
            <p:nvPr/>
          </p:nvSpPr>
          <p:spPr>
            <a:xfrm flipH="false" flipV="false" rot="0">
              <a:off x="1329309" y="8753221"/>
              <a:ext cx="3953764" cy="2290064"/>
            </a:xfrm>
            <a:custGeom>
              <a:avLst/>
              <a:gdLst/>
              <a:ahLst/>
              <a:cxnLst/>
              <a:rect r="r" b="b" t="t" l="l"/>
              <a:pathLst>
                <a:path h="2290064" w="3953764">
                  <a:moveTo>
                    <a:pt x="3953764" y="0"/>
                  </a:moveTo>
                  <a:lnTo>
                    <a:pt x="0" y="2290064"/>
                  </a:lnTo>
                  <a:lnTo>
                    <a:pt x="3953764" y="2290064"/>
                  </a:lnTo>
                  <a:lnTo>
                    <a:pt x="3953764" y="0"/>
                  </a:lnTo>
                  <a:close/>
                </a:path>
              </a:pathLst>
            </a:custGeom>
            <a:solidFill>
              <a:srgbClr val="36302C"/>
            </a:solidFill>
          </p:spPr>
        </p:sp>
        <p:sp>
          <p:nvSpPr>
            <p:cNvPr name="Freeform 15" id="15"/>
            <p:cNvSpPr/>
            <p:nvPr/>
          </p:nvSpPr>
          <p:spPr>
            <a:xfrm flipH="false" flipV="false" rot="0">
              <a:off x="1235583" y="8145018"/>
              <a:ext cx="4047490" cy="2898267"/>
            </a:xfrm>
            <a:custGeom>
              <a:avLst/>
              <a:gdLst/>
              <a:ahLst/>
              <a:cxnLst/>
              <a:rect r="r" b="b" t="t" l="l"/>
              <a:pathLst>
                <a:path h="2898267" w="4047490">
                  <a:moveTo>
                    <a:pt x="4047490" y="0"/>
                  </a:moveTo>
                  <a:lnTo>
                    <a:pt x="0" y="2898267"/>
                  </a:lnTo>
                  <a:lnTo>
                    <a:pt x="154559" y="2898267"/>
                  </a:lnTo>
                  <a:lnTo>
                    <a:pt x="4047490" y="614045"/>
                  </a:lnTo>
                  <a:lnTo>
                    <a:pt x="4047490" y="0"/>
                  </a:lnTo>
                  <a:close/>
                </a:path>
              </a:pathLst>
            </a:custGeom>
            <a:solidFill>
              <a:srgbClr val="BA957C"/>
            </a:solidFill>
          </p:spPr>
        </p:sp>
      </p:grpSp>
      <p:grpSp>
        <p:nvGrpSpPr>
          <p:cNvPr name="Group 16" id="16"/>
          <p:cNvGrpSpPr>
            <a:grpSpLocks noChangeAspect="true"/>
          </p:cNvGrpSpPr>
          <p:nvPr/>
        </p:nvGrpSpPr>
        <p:grpSpPr>
          <a:xfrm rot="0">
            <a:off x="-63503" y="-63503"/>
            <a:ext cx="5393074" cy="10413997"/>
            <a:chOff x="0" y="0"/>
            <a:chExt cx="5393068" cy="10414000"/>
          </a:xfrm>
        </p:grpSpPr>
        <p:sp>
          <p:nvSpPr>
            <p:cNvPr name="Freeform 17" id="17"/>
            <p:cNvSpPr/>
            <p:nvPr/>
          </p:nvSpPr>
          <p:spPr>
            <a:xfrm flipH="false" flipV="false" rot="0">
              <a:off x="63500" y="63500"/>
              <a:ext cx="5218811" cy="3463544"/>
            </a:xfrm>
            <a:custGeom>
              <a:avLst/>
              <a:gdLst/>
              <a:ahLst/>
              <a:cxnLst/>
              <a:rect r="r" b="b" t="t" l="l"/>
              <a:pathLst>
                <a:path h="3463544" w="5218811">
                  <a:moveTo>
                    <a:pt x="0" y="0"/>
                  </a:moveTo>
                  <a:lnTo>
                    <a:pt x="0" y="3463544"/>
                  </a:lnTo>
                  <a:lnTo>
                    <a:pt x="5218811" y="3463544"/>
                  </a:lnTo>
                  <a:lnTo>
                    <a:pt x="5218811" y="0"/>
                  </a:lnTo>
                  <a:close/>
                </a:path>
              </a:pathLst>
            </a:custGeom>
            <a:solidFill>
              <a:srgbClr val="000000">
                <a:alpha val="0"/>
              </a:srgbClr>
            </a:solidFill>
          </p:spPr>
        </p:sp>
        <p:sp>
          <p:nvSpPr>
            <p:cNvPr name="Freeform 18" id="18"/>
            <p:cNvSpPr/>
            <p:nvPr/>
          </p:nvSpPr>
          <p:spPr>
            <a:xfrm flipH="false" flipV="false" rot="0">
              <a:off x="63500" y="3116199"/>
              <a:ext cx="5266055" cy="7234301"/>
            </a:xfrm>
            <a:custGeom>
              <a:avLst/>
              <a:gdLst/>
              <a:ahLst/>
              <a:cxnLst/>
              <a:rect r="r" b="b" t="t" l="l"/>
              <a:pathLst>
                <a:path h="7234301" w="5266055">
                  <a:moveTo>
                    <a:pt x="0" y="0"/>
                  </a:moveTo>
                  <a:lnTo>
                    <a:pt x="0" y="7234301"/>
                  </a:lnTo>
                  <a:lnTo>
                    <a:pt x="5266055" y="7234301"/>
                  </a:lnTo>
                  <a:lnTo>
                    <a:pt x="5266055" y="0"/>
                  </a:lnTo>
                  <a:close/>
                </a:path>
              </a:pathLst>
            </a:custGeom>
            <a:solidFill>
              <a:srgbClr val="000000">
                <a:alpha val="0"/>
              </a:srgbClr>
            </a:solidFill>
          </p:spPr>
        </p:sp>
      </p:grpSp>
      <p:sp>
        <p:nvSpPr>
          <p:cNvPr name="TextBox 19" id="19"/>
          <p:cNvSpPr txBox="true"/>
          <p:nvPr/>
        </p:nvSpPr>
        <p:spPr>
          <a:xfrm rot="0">
            <a:off x="1941833" y="3300974"/>
            <a:ext cx="15067759" cy="3761857"/>
          </a:xfrm>
          <a:prstGeom prst="rect">
            <a:avLst/>
          </a:prstGeom>
        </p:spPr>
        <p:txBody>
          <a:bodyPr anchor="t" rtlCol="false" tIns="0" lIns="0" bIns="0" rIns="0">
            <a:spAutoFit/>
          </a:bodyPr>
          <a:lstStyle/>
          <a:p>
            <a:pPr algn="ctr">
              <a:lnSpc>
                <a:spcPts val="9698"/>
              </a:lnSpc>
            </a:pPr>
            <a:r>
              <a:rPr lang="en-US" b="true" sz="9886" spc="968">
                <a:solidFill>
                  <a:srgbClr val="2B1F17"/>
                </a:solidFill>
                <a:latin typeface="Open Sauce Bold"/>
                <a:ea typeface="Open Sauce Bold"/>
                <a:cs typeface="Open Sauce Bold"/>
                <a:sym typeface="Open Sauce Bold"/>
              </a:rPr>
              <a:t>LOGISTIC</a:t>
            </a:r>
          </a:p>
          <a:p>
            <a:pPr algn="ctr">
              <a:lnSpc>
                <a:spcPts val="18485"/>
              </a:lnSpc>
            </a:pPr>
            <a:r>
              <a:rPr lang="en-US" b="true" sz="18843">
                <a:solidFill>
                  <a:srgbClr val="2B1F17"/>
                </a:solidFill>
                <a:latin typeface="Codec Pro Ultra-Bold"/>
                <a:ea typeface="Codec Pro Ultra-Bold"/>
                <a:cs typeface="Codec Pro Ultra-Bold"/>
                <a:sym typeface="Codec Pro Ultra-Bold"/>
              </a:rPr>
              <a:t>REGRESSION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E7D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6551" y="-66551"/>
            <a:ext cx="5345259" cy="3587401"/>
            <a:chOff x="0" y="0"/>
            <a:chExt cx="5345252" cy="3587407"/>
          </a:xfrm>
        </p:grpSpPr>
        <p:sp>
          <p:nvSpPr>
            <p:cNvPr name="Freeform 3" id="3"/>
            <p:cNvSpPr/>
            <p:nvPr/>
          </p:nvSpPr>
          <p:spPr>
            <a:xfrm flipH="false" flipV="false" rot="0">
              <a:off x="66548" y="66548"/>
              <a:ext cx="4193286" cy="3000248"/>
            </a:xfrm>
            <a:custGeom>
              <a:avLst/>
              <a:gdLst/>
              <a:ahLst/>
              <a:cxnLst/>
              <a:rect r="r" b="b" t="t" l="l"/>
              <a:pathLst>
                <a:path h="3000248" w="4193286">
                  <a:moveTo>
                    <a:pt x="0" y="0"/>
                  </a:moveTo>
                  <a:lnTo>
                    <a:pt x="0" y="3000248"/>
                  </a:lnTo>
                  <a:lnTo>
                    <a:pt x="4193286" y="0"/>
                  </a:lnTo>
                  <a:close/>
                </a:path>
              </a:pathLst>
            </a:custGeom>
            <a:solidFill>
              <a:srgbClr val="33231B"/>
            </a:solidFill>
          </p:spPr>
        </p:sp>
        <p:sp>
          <p:nvSpPr>
            <p:cNvPr name="Freeform 4" id="4"/>
            <p:cNvSpPr/>
            <p:nvPr/>
          </p:nvSpPr>
          <p:spPr>
            <a:xfrm flipH="false" flipV="false" rot="0">
              <a:off x="66548" y="66548"/>
              <a:ext cx="4099306" cy="2372360"/>
            </a:xfrm>
            <a:custGeom>
              <a:avLst/>
              <a:gdLst/>
              <a:ahLst/>
              <a:cxnLst/>
              <a:rect r="r" b="b" t="t" l="l"/>
              <a:pathLst>
                <a:path h="2372360" w="4099306">
                  <a:moveTo>
                    <a:pt x="0" y="0"/>
                  </a:moveTo>
                  <a:lnTo>
                    <a:pt x="0" y="2372360"/>
                  </a:lnTo>
                  <a:lnTo>
                    <a:pt x="4099306" y="0"/>
                  </a:lnTo>
                  <a:close/>
                </a:path>
              </a:pathLst>
            </a:custGeom>
            <a:solidFill>
              <a:srgbClr val="36302C"/>
            </a:solidFill>
          </p:spPr>
        </p:sp>
        <p:sp>
          <p:nvSpPr>
            <p:cNvPr name="Freeform 5" id="5"/>
            <p:cNvSpPr/>
            <p:nvPr/>
          </p:nvSpPr>
          <p:spPr>
            <a:xfrm flipH="false" flipV="false" rot="0">
              <a:off x="66548" y="66548"/>
              <a:ext cx="4193286" cy="2999994"/>
            </a:xfrm>
            <a:custGeom>
              <a:avLst/>
              <a:gdLst/>
              <a:ahLst/>
              <a:cxnLst/>
              <a:rect r="r" b="b" t="t" l="l"/>
              <a:pathLst>
                <a:path h="2999994" w="4193286">
                  <a:moveTo>
                    <a:pt x="4038600" y="0"/>
                  </a:moveTo>
                  <a:lnTo>
                    <a:pt x="0" y="2367534"/>
                  </a:lnTo>
                  <a:lnTo>
                    <a:pt x="0" y="2999994"/>
                  </a:lnTo>
                  <a:lnTo>
                    <a:pt x="4193286" y="0"/>
                  </a:lnTo>
                  <a:close/>
                </a:path>
              </a:pathLst>
            </a:custGeom>
            <a:solidFill>
              <a:srgbClr val="BA957C"/>
            </a:solidFill>
          </p:spPr>
        </p:sp>
      </p:grpSp>
      <p:grpSp>
        <p:nvGrpSpPr>
          <p:cNvPr name="Group 6" id="6"/>
          <p:cNvGrpSpPr>
            <a:grpSpLocks noChangeAspect="true"/>
          </p:cNvGrpSpPr>
          <p:nvPr/>
        </p:nvGrpSpPr>
        <p:grpSpPr>
          <a:xfrm rot="0">
            <a:off x="965197" y="3890343"/>
            <a:ext cx="4020503" cy="6280147"/>
            <a:chOff x="0" y="0"/>
            <a:chExt cx="4020502" cy="6280150"/>
          </a:xfrm>
        </p:grpSpPr>
        <p:sp>
          <p:nvSpPr>
            <p:cNvPr name="Freeform 7" id="7"/>
            <p:cNvSpPr/>
            <p:nvPr/>
          </p:nvSpPr>
          <p:spPr>
            <a:xfrm flipH="false" flipV="false" rot="0">
              <a:off x="63500" y="82550"/>
              <a:ext cx="3893566" cy="6115050"/>
            </a:xfrm>
            <a:custGeom>
              <a:avLst/>
              <a:gdLst/>
              <a:ahLst/>
              <a:cxnLst/>
              <a:rect r="r" b="b" t="t" l="l"/>
              <a:pathLst>
                <a:path h="6115050" w="3893566">
                  <a:moveTo>
                    <a:pt x="19050" y="19050"/>
                  </a:moveTo>
                  <a:lnTo>
                    <a:pt x="19050" y="6096000"/>
                  </a:lnTo>
                  <a:moveTo>
                    <a:pt x="1832356" y="19050"/>
                  </a:moveTo>
                  <a:lnTo>
                    <a:pt x="1832356" y="6096000"/>
                  </a:lnTo>
                  <a:moveTo>
                    <a:pt x="3874516" y="19050"/>
                  </a:moveTo>
                  <a:lnTo>
                    <a:pt x="3874516" y="6096000"/>
                  </a:lnTo>
                  <a:moveTo>
                    <a:pt x="0" y="0"/>
                  </a:moveTo>
                  <a:lnTo>
                    <a:pt x="3893566" y="0"/>
                  </a:lnTo>
                  <a:moveTo>
                    <a:pt x="0" y="1019175"/>
                  </a:moveTo>
                  <a:lnTo>
                    <a:pt x="3893566" y="1019175"/>
                  </a:lnTo>
                  <a:moveTo>
                    <a:pt x="0" y="2038350"/>
                  </a:moveTo>
                  <a:lnTo>
                    <a:pt x="3893566" y="2038350"/>
                  </a:lnTo>
                  <a:moveTo>
                    <a:pt x="0" y="3057525"/>
                  </a:moveTo>
                  <a:lnTo>
                    <a:pt x="3893566" y="3057525"/>
                  </a:lnTo>
                  <a:moveTo>
                    <a:pt x="0" y="4076700"/>
                  </a:moveTo>
                  <a:lnTo>
                    <a:pt x="3893566" y="4076700"/>
                  </a:lnTo>
                  <a:moveTo>
                    <a:pt x="0" y="5095875"/>
                  </a:moveTo>
                  <a:lnTo>
                    <a:pt x="3893566" y="5095875"/>
                  </a:lnTo>
                  <a:moveTo>
                    <a:pt x="0" y="6115050"/>
                  </a:moveTo>
                  <a:lnTo>
                    <a:pt x="3893566" y="6115050"/>
                  </a:lnTo>
                </a:path>
              </a:pathLst>
            </a:custGeom>
            <a:solidFill>
              <a:srgbClr val="000000"/>
            </a:solidFill>
          </p:spPr>
        </p:sp>
        <p:sp>
          <p:nvSpPr>
            <p:cNvPr name="Freeform 8" id="8"/>
            <p:cNvSpPr/>
            <p:nvPr/>
          </p:nvSpPr>
          <p:spPr>
            <a:xfrm flipH="false" flipV="false" rot="0">
              <a:off x="63500" y="63500"/>
              <a:ext cx="3893566" cy="6153150"/>
            </a:xfrm>
            <a:custGeom>
              <a:avLst/>
              <a:gdLst/>
              <a:ahLst/>
              <a:cxnLst/>
              <a:rect r="r" b="b" t="t" l="l"/>
              <a:pathLst>
                <a:path h="6153150" w="3893566">
                  <a:moveTo>
                    <a:pt x="1813306" y="38100"/>
                  </a:moveTo>
                  <a:lnTo>
                    <a:pt x="1813306" y="1019175"/>
                  </a:lnTo>
                  <a:lnTo>
                    <a:pt x="38100" y="1019175"/>
                  </a:lnTo>
                  <a:lnTo>
                    <a:pt x="38100" y="38100"/>
                  </a:lnTo>
                  <a:close/>
                  <a:moveTo>
                    <a:pt x="3855466" y="38100"/>
                  </a:moveTo>
                  <a:lnTo>
                    <a:pt x="3855466" y="1019175"/>
                  </a:lnTo>
                  <a:lnTo>
                    <a:pt x="1851406" y="1019175"/>
                  </a:lnTo>
                  <a:lnTo>
                    <a:pt x="1851406" y="38100"/>
                  </a:lnTo>
                  <a:close/>
                  <a:moveTo>
                    <a:pt x="1813306" y="1057275"/>
                  </a:moveTo>
                  <a:lnTo>
                    <a:pt x="1813306" y="2038350"/>
                  </a:lnTo>
                  <a:lnTo>
                    <a:pt x="38100" y="2038350"/>
                  </a:lnTo>
                  <a:lnTo>
                    <a:pt x="38100" y="1057275"/>
                  </a:lnTo>
                  <a:close/>
                  <a:moveTo>
                    <a:pt x="3855339" y="1057275"/>
                  </a:moveTo>
                  <a:lnTo>
                    <a:pt x="3855339" y="2038350"/>
                  </a:lnTo>
                  <a:lnTo>
                    <a:pt x="1851406" y="2038350"/>
                  </a:lnTo>
                  <a:lnTo>
                    <a:pt x="1851406" y="1057275"/>
                  </a:lnTo>
                  <a:close/>
                  <a:moveTo>
                    <a:pt x="1813306" y="2076450"/>
                  </a:moveTo>
                  <a:lnTo>
                    <a:pt x="1813306" y="3057525"/>
                  </a:lnTo>
                  <a:lnTo>
                    <a:pt x="38100" y="3057525"/>
                  </a:lnTo>
                  <a:lnTo>
                    <a:pt x="38100" y="2076450"/>
                  </a:lnTo>
                  <a:close/>
                  <a:moveTo>
                    <a:pt x="3855339" y="2076450"/>
                  </a:moveTo>
                  <a:lnTo>
                    <a:pt x="3855339" y="3057525"/>
                  </a:lnTo>
                  <a:lnTo>
                    <a:pt x="1851406" y="3057525"/>
                  </a:lnTo>
                  <a:lnTo>
                    <a:pt x="1851406" y="2076450"/>
                  </a:lnTo>
                  <a:close/>
                  <a:moveTo>
                    <a:pt x="1813306" y="3095625"/>
                  </a:moveTo>
                  <a:lnTo>
                    <a:pt x="1813306" y="4076700"/>
                  </a:lnTo>
                  <a:lnTo>
                    <a:pt x="38100" y="4076700"/>
                  </a:lnTo>
                  <a:lnTo>
                    <a:pt x="38100" y="3095625"/>
                  </a:lnTo>
                  <a:close/>
                  <a:moveTo>
                    <a:pt x="3855339" y="3095625"/>
                  </a:moveTo>
                  <a:lnTo>
                    <a:pt x="3855339" y="4076700"/>
                  </a:lnTo>
                  <a:lnTo>
                    <a:pt x="1851406" y="4076700"/>
                  </a:lnTo>
                  <a:lnTo>
                    <a:pt x="1851406" y="3095625"/>
                  </a:lnTo>
                  <a:close/>
                  <a:moveTo>
                    <a:pt x="1813306" y="4114800"/>
                  </a:moveTo>
                  <a:lnTo>
                    <a:pt x="1813306" y="5095875"/>
                  </a:lnTo>
                  <a:lnTo>
                    <a:pt x="38100" y="5095875"/>
                  </a:lnTo>
                  <a:lnTo>
                    <a:pt x="38100" y="4114800"/>
                  </a:lnTo>
                  <a:close/>
                  <a:moveTo>
                    <a:pt x="3855339" y="4114800"/>
                  </a:moveTo>
                  <a:lnTo>
                    <a:pt x="3855339" y="5095875"/>
                  </a:lnTo>
                  <a:lnTo>
                    <a:pt x="1851406" y="5095875"/>
                  </a:lnTo>
                  <a:lnTo>
                    <a:pt x="1851406" y="4114800"/>
                  </a:lnTo>
                  <a:close/>
                  <a:moveTo>
                    <a:pt x="1813306" y="5133975"/>
                  </a:moveTo>
                  <a:lnTo>
                    <a:pt x="1813306" y="6115050"/>
                  </a:lnTo>
                  <a:lnTo>
                    <a:pt x="38100" y="6115050"/>
                  </a:lnTo>
                  <a:lnTo>
                    <a:pt x="38100" y="5133975"/>
                  </a:lnTo>
                  <a:close/>
                  <a:moveTo>
                    <a:pt x="3855339" y="5133975"/>
                  </a:moveTo>
                  <a:lnTo>
                    <a:pt x="3855339" y="6115050"/>
                  </a:lnTo>
                  <a:lnTo>
                    <a:pt x="1851406" y="6115050"/>
                  </a:lnTo>
                  <a:lnTo>
                    <a:pt x="1851406" y="5133975"/>
                  </a:lnTo>
                  <a:close/>
                  <a:moveTo>
                    <a:pt x="0" y="0"/>
                  </a:moveTo>
                  <a:lnTo>
                    <a:pt x="0" y="6153150"/>
                  </a:lnTo>
                  <a:lnTo>
                    <a:pt x="3893566" y="6153150"/>
                  </a:lnTo>
                  <a:lnTo>
                    <a:pt x="3893566" y="6115050"/>
                  </a:lnTo>
                  <a:lnTo>
                    <a:pt x="3893566" y="38100"/>
                  </a:lnTo>
                  <a:lnTo>
                    <a:pt x="3893566" y="0"/>
                  </a:lnTo>
                  <a:close/>
                </a:path>
              </a:pathLst>
            </a:custGeom>
            <a:solidFill>
              <a:srgbClr val="000000"/>
            </a:solidFill>
          </p:spPr>
        </p:sp>
      </p:grpSp>
      <p:sp>
        <p:nvSpPr>
          <p:cNvPr name="Freeform 9" id="9"/>
          <p:cNvSpPr/>
          <p:nvPr/>
        </p:nvSpPr>
        <p:spPr>
          <a:xfrm flipH="false" flipV="false" rot="0">
            <a:off x="5480971" y="7212349"/>
            <a:ext cx="2688365" cy="279397"/>
          </a:xfrm>
          <a:custGeom>
            <a:avLst/>
            <a:gdLst/>
            <a:ahLst/>
            <a:cxnLst/>
            <a:rect r="r" b="b" t="t" l="l"/>
            <a:pathLst>
              <a:path h="279397" w="2688365">
                <a:moveTo>
                  <a:pt x="0" y="0"/>
                </a:moveTo>
                <a:lnTo>
                  <a:pt x="2688364" y="0"/>
                </a:lnTo>
                <a:lnTo>
                  <a:pt x="2688364" y="279397"/>
                </a:lnTo>
                <a:lnTo>
                  <a:pt x="0" y="2793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9457430" y="5425440"/>
            <a:ext cx="8897112" cy="4928102"/>
          </a:xfrm>
          <a:custGeom>
            <a:avLst/>
            <a:gdLst/>
            <a:ahLst/>
            <a:cxnLst/>
            <a:rect r="r" b="b" t="t" l="l"/>
            <a:pathLst>
              <a:path h="4928102" w="8897112">
                <a:moveTo>
                  <a:pt x="0" y="0"/>
                </a:moveTo>
                <a:lnTo>
                  <a:pt x="8897112" y="0"/>
                </a:lnTo>
                <a:lnTo>
                  <a:pt x="8897112" y="4928102"/>
                </a:lnTo>
                <a:lnTo>
                  <a:pt x="0" y="49281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a:grpSpLocks noChangeAspect="true"/>
          </p:cNvGrpSpPr>
          <p:nvPr/>
        </p:nvGrpSpPr>
        <p:grpSpPr>
          <a:xfrm rot="0">
            <a:off x="0" y="0"/>
            <a:ext cx="5218786" cy="3463557"/>
            <a:chOff x="0" y="0"/>
            <a:chExt cx="5218786" cy="3463557"/>
          </a:xfrm>
        </p:grpSpPr>
        <p:sp>
          <p:nvSpPr>
            <p:cNvPr name="Freeform 12" id="12"/>
            <p:cNvSpPr/>
            <p:nvPr/>
          </p:nvSpPr>
          <p:spPr>
            <a:xfrm flipH="false" flipV="false" rot="0">
              <a:off x="0" y="0"/>
              <a:ext cx="5218811" cy="3463544"/>
            </a:xfrm>
            <a:custGeom>
              <a:avLst/>
              <a:gdLst/>
              <a:ahLst/>
              <a:cxnLst/>
              <a:rect r="r" b="b" t="t" l="l"/>
              <a:pathLst>
                <a:path h="3463544" w="5218811">
                  <a:moveTo>
                    <a:pt x="0" y="0"/>
                  </a:moveTo>
                  <a:lnTo>
                    <a:pt x="0" y="3463544"/>
                  </a:lnTo>
                  <a:lnTo>
                    <a:pt x="5218811" y="3463544"/>
                  </a:lnTo>
                  <a:lnTo>
                    <a:pt x="5218811" y="0"/>
                  </a:lnTo>
                  <a:close/>
                </a:path>
              </a:pathLst>
            </a:custGeom>
            <a:solidFill>
              <a:srgbClr val="000000">
                <a:alpha val="0"/>
              </a:srgbClr>
            </a:solidFill>
          </p:spPr>
        </p:sp>
      </p:grpSp>
      <p:grpSp>
        <p:nvGrpSpPr>
          <p:cNvPr name="Group 13" id="13"/>
          <p:cNvGrpSpPr>
            <a:grpSpLocks noChangeAspect="true"/>
          </p:cNvGrpSpPr>
          <p:nvPr/>
        </p:nvGrpSpPr>
        <p:grpSpPr>
          <a:xfrm rot="0">
            <a:off x="5544474" y="7333002"/>
            <a:ext cx="2561368" cy="38100"/>
            <a:chOff x="0" y="0"/>
            <a:chExt cx="2561361" cy="38100"/>
          </a:xfrm>
        </p:grpSpPr>
        <p:sp>
          <p:nvSpPr>
            <p:cNvPr name="Freeform 14" id="14"/>
            <p:cNvSpPr/>
            <p:nvPr/>
          </p:nvSpPr>
          <p:spPr>
            <a:xfrm flipH="false" flipV="false" rot="0">
              <a:off x="0" y="0"/>
              <a:ext cx="2561336" cy="38100"/>
            </a:xfrm>
            <a:custGeom>
              <a:avLst/>
              <a:gdLst/>
              <a:ahLst/>
              <a:cxnLst/>
              <a:rect r="r" b="b" t="t" l="l"/>
              <a:pathLst>
                <a:path h="38100" w="2561336">
                  <a:moveTo>
                    <a:pt x="0" y="38100"/>
                  </a:moveTo>
                  <a:lnTo>
                    <a:pt x="2561336" y="38100"/>
                  </a:lnTo>
                  <a:lnTo>
                    <a:pt x="2561336" y="0"/>
                  </a:lnTo>
                  <a:lnTo>
                    <a:pt x="0" y="0"/>
                  </a:lnTo>
                  <a:close/>
                </a:path>
              </a:pathLst>
            </a:custGeom>
            <a:solidFill>
              <a:srgbClr val="000000">
                <a:alpha val="0"/>
              </a:srgbClr>
            </a:solidFill>
          </p:spPr>
        </p:sp>
      </p:grpSp>
      <p:grpSp>
        <p:nvGrpSpPr>
          <p:cNvPr name="Group 15" id="15"/>
          <p:cNvGrpSpPr>
            <a:grpSpLocks noChangeAspect="true"/>
          </p:cNvGrpSpPr>
          <p:nvPr/>
        </p:nvGrpSpPr>
        <p:grpSpPr>
          <a:xfrm rot="0">
            <a:off x="9514627" y="5425488"/>
            <a:ext cx="8836876" cy="4925006"/>
            <a:chOff x="0" y="0"/>
            <a:chExt cx="8836876" cy="4925009"/>
          </a:xfrm>
        </p:grpSpPr>
        <p:sp>
          <p:nvSpPr>
            <p:cNvPr name="Freeform 16" id="16"/>
            <p:cNvSpPr/>
            <p:nvPr/>
          </p:nvSpPr>
          <p:spPr>
            <a:xfrm flipH="false" flipV="false" rot="0">
              <a:off x="63500" y="63500"/>
              <a:ext cx="38100" cy="3769360"/>
            </a:xfrm>
            <a:custGeom>
              <a:avLst/>
              <a:gdLst/>
              <a:ahLst/>
              <a:cxnLst/>
              <a:rect r="r" b="b" t="t" l="l"/>
              <a:pathLst>
                <a:path h="3769360" w="38100">
                  <a:moveTo>
                    <a:pt x="0" y="3769360"/>
                  </a:moveTo>
                  <a:lnTo>
                    <a:pt x="38100" y="3769360"/>
                  </a:lnTo>
                  <a:lnTo>
                    <a:pt x="38100" y="0"/>
                  </a:lnTo>
                  <a:lnTo>
                    <a:pt x="0" y="0"/>
                  </a:lnTo>
                  <a:close/>
                </a:path>
              </a:pathLst>
            </a:custGeom>
            <a:solidFill>
              <a:srgbClr val="000000">
                <a:alpha val="0"/>
              </a:srgbClr>
            </a:solidFill>
          </p:spPr>
        </p:sp>
        <p:sp>
          <p:nvSpPr>
            <p:cNvPr name="Freeform 17" id="17"/>
            <p:cNvSpPr/>
            <p:nvPr/>
          </p:nvSpPr>
          <p:spPr>
            <a:xfrm flipH="false" flipV="false" rot="0">
              <a:off x="511937" y="656209"/>
              <a:ext cx="4003802" cy="2814193"/>
            </a:xfrm>
            <a:custGeom>
              <a:avLst/>
              <a:gdLst/>
              <a:ahLst/>
              <a:cxnLst/>
              <a:rect r="r" b="b" t="t" l="l"/>
              <a:pathLst>
                <a:path h="2814193" w="4003802">
                  <a:moveTo>
                    <a:pt x="0" y="2814193"/>
                  </a:moveTo>
                  <a:lnTo>
                    <a:pt x="4003802" y="2814193"/>
                  </a:lnTo>
                  <a:lnTo>
                    <a:pt x="4003802" y="0"/>
                  </a:lnTo>
                  <a:lnTo>
                    <a:pt x="0" y="0"/>
                  </a:lnTo>
                  <a:close/>
                </a:path>
              </a:pathLst>
            </a:custGeom>
            <a:solidFill>
              <a:srgbClr val="000000">
                <a:alpha val="0"/>
              </a:srgbClr>
            </a:solidFill>
          </p:spPr>
        </p:sp>
        <p:sp>
          <p:nvSpPr>
            <p:cNvPr name="Freeform 18" id="18"/>
            <p:cNvSpPr/>
            <p:nvPr/>
          </p:nvSpPr>
          <p:spPr>
            <a:xfrm flipH="false" flipV="false" rot="0">
              <a:off x="3701161" y="1398016"/>
              <a:ext cx="5072253" cy="3463544"/>
            </a:xfrm>
            <a:custGeom>
              <a:avLst/>
              <a:gdLst/>
              <a:ahLst/>
              <a:cxnLst/>
              <a:rect r="r" b="b" t="t" l="l"/>
              <a:pathLst>
                <a:path h="3463544" w="5072253">
                  <a:moveTo>
                    <a:pt x="0" y="0"/>
                  </a:moveTo>
                  <a:lnTo>
                    <a:pt x="0" y="3463544"/>
                  </a:lnTo>
                  <a:lnTo>
                    <a:pt x="5072253" y="3463544"/>
                  </a:lnTo>
                  <a:lnTo>
                    <a:pt x="5072253" y="0"/>
                  </a:lnTo>
                  <a:close/>
                </a:path>
              </a:pathLst>
            </a:custGeom>
            <a:solidFill>
              <a:srgbClr val="000000">
                <a:alpha val="0"/>
              </a:srgbClr>
            </a:solidFill>
          </p:spPr>
        </p:sp>
        <p:sp>
          <p:nvSpPr>
            <p:cNvPr name="Freeform 19" id="19"/>
            <p:cNvSpPr/>
            <p:nvPr/>
          </p:nvSpPr>
          <p:spPr>
            <a:xfrm flipH="false" flipV="false" rot="0">
              <a:off x="63500" y="3794760"/>
              <a:ext cx="4441317" cy="38100"/>
            </a:xfrm>
            <a:custGeom>
              <a:avLst/>
              <a:gdLst/>
              <a:ahLst/>
              <a:cxnLst/>
              <a:rect r="r" b="b" t="t" l="l"/>
              <a:pathLst>
                <a:path h="38100" w="4441317">
                  <a:moveTo>
                    <a:pt x="0" y="38100"/>
                  </a:moveTo>
                  <a:lnTo>
                    <a:pt x="4441317" y="38100"/>
                  </a:lnTo>
                  <a:lnTo>
                    <a:pt x="4441317" y="0"/>
                  </a:lnTo>
                  <a:lnTo>
                    <a:pt x="0" y="0"/>
                  </a:lnTo>
                  <a:close/>
                </a:path>
              </a:pathLst>
            </a:custGeom>
            <a:solidFill>
              <a:srgbClr val="000000">
                <a:alpha val="0"/>
              </a:srgbClr>
            </a:solidFill>
          </p:spPr>
        </p:sp>
      </p:grpSp>
      <p:sp>
        <p:nvSpPr>
          <p:cNvPr name="TextBox 20" id="20"/>
          <p:cNvSpPr txBox="true"/>
          <p:nvPr/>
        </p:nvSpPr>
        <p:spPr>
          <a:xfrm rot="0">
            <a:off x="1878959" y="7357434"/>
            <a:ext cx="15365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3</a:t>
            </a:r>
          </a:p>
        </p:txBody>
      </p:sp>
      <p:sp>
        <p:nvSpPr>
          <p:cNvPr name="TextBox 21" id="21"/>
          <p:cNvSpPr txBox="true"/>
          <p:nvPr/>
        </p:nvSpPr>
        <p:spPr>
          <a:xfrm rot="0">
            <a:off x="1879549" y="8376609"/>
            <a:ext cx="152495"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4</a:t>
            </a:r>
          </a:p>
        </p:txBody>
      </p:sp>
      <p:sp>
        <p:nvSpPr>
          <p:cNvPr name="TextBox 22" id="22"/>
          <p:cNvSpPr txBox="true"/>
          <p:nvPr/>
        </p:nvSpPr>
        <p:spPr>
          <a:xfrm rot="0">
            <a:off x="1879844" y="9395784"/>
            <a:ext cx="151790"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5</a:t>
            </a:r>
          </a:p>
        </p:txBody>
      </p:sp>
      <p:sp>
        <p:nvSpPr>
          <p:cNvPr name="TextBox 23" id="23"/>
          <p:cNvSpPr txBox="true"/>
          <p:nvPr/>
        </p:nvSpPr>
        <p:spPr>
          <a:xfrm rot="0">
            <a:off x="1880445" y="6338259"/>
            <a:ext cx="150628"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2</a:t>
            </a:r>
          </a:p>
        </p:txBody>
      </p:sp>
      <p:sp>
        <p:nvSpPr>
          <p:cNvPr name="TextBox 24" id="24"/>
          <p:cNvSpPr txBox="true"/>
          <p:nvPr/>
        </p:nvSpPr>
        <p:spPr>
          <a:xfrm rot="0">
            <a:off x="1904848" y="5319084"/>
            <a:ext cx="10072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a:t>
            </a:r>
          </a:p>
        </p:txBody>
      </p:sp>
      <p:sp>
        <p:nvSpPr>
          <p:cNvPr name="TextBox 25" id="25"/>
          <p:cNvSpPr txBox="true"/>
          <p:nvPr/>
        </p:nvSpPr>
        <p:spPr>
          <a:xfrm rot="0">
            <a:off x="1269502" y="4299909"/>
            <a:ext cx="1396927" cy="314535"/>
          </a:xfrm>
          <a:prstGeom prst="rect">
            <a:avLst/>
          </a:prstGeom>
        </p:spPr>
        <p:txBody>
          <a:bodyPr anchor="t" rtlCol="false" tIns="0" lIns="0" bIns="0" rIns="0">
            <a:spAutoFit/>
          </a:bodyPr>
          <a:lstStyle/>
          <a:p>
            <a:pPr algn="l">
              <a:lnSpc>
                <a:spcPts val="2520"/>
              </a:lnSpc>
            </a:pPr>
            <a:r>
              <a:rPr lang="en-US" b="true" sz="1800">
                <a:solidFill>
                  <a:srgbClr val="000000"/>
                </a:solidFill>
                <a:latin typeface="Open Sauce Bold"/>
                <a:ea typeface="Open Sauce Bold"/>
                <a:cs typeface="Open Sauce Bold"/>
                <a:sym typeface="Open Sauce Bold"/>
              </a:rPr>
              <a:t>Study hours</a:t>
            </a:r>
          </a:p>
        </p:txBody>
      </p:sp>
      <p:sp>
        <p:nvSpPr>
          <p:cNvPr name="TextBox 26" id="26"/>
          <p:cNvSpPr txBox="true"/>
          <p:nvPr/>
        </p:nvSpPr>
        <p:spPr>
          <a:xfrm rot="0">
            <a:off x="3832622" y="7357434"/>
            <a:ext cx="10072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a:t>
            </a:r>
          </a:p>
        </p:txBody>
      </p:sp>
      <p:sp>
        <p:nvSpPr>
          <p:cNvPr name="TextBox 27" id="27"/>
          <p:cNvSpPr txBox="true"/>
          <p:nvPr/>
        </p:nvSpPr>
        <p:spPr>
          <a:xfrm rot="0">
            <a:off x="3832622" y="8376609"/>
            <a:ext cx="10072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a:t>
            </a:r>
          </a:p>
        </p:txBody>
      </p:sp>
      <p:sp>
        <p:nvSpPr>
          <p:cNvPr name="TextBox 28" id="28"/>
          <p:cNvSpPr txBox="true"/>
          <p:nvPr/>
        </p:nvSpPr>
        <p:spPr>
          <a:xfrm rot="0">
            <a:off x="3832622" y="9395784"/>
            <a:ext cx="10072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a:t>
            </a:r>
          </a:p>
        </p:txBody>
      </p:sp>
      <p:sp>
        <p:nvSpPr>
          <p:cNvPr name="TextBox 29" id="29"/>
          <p:cNvSpPr txBox="true"/>
          <p:nvPr/>
        </p:nvSpPr>
        <p:spPr>
          <a:xfrm rot="0">
            <a:off x="3806571" y="5319084"/>
            <a:ext cx="153895"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0</a:t>
            </a:r>
          </a:p>
        </p:txBody>
      </p:sp>
      <p:sp>
        <p:nvSpPr>
          <p:cNvPr name="TextBox 30" id="30"/>
          <p:cNvSpPr txBox="true"/>
          <p:nvPr/>
        </p:nvSpPr>
        <p:spPr>
          <a:xfrm rot="0">
            <a:off x="3806571" y="6338259"/>
            <a:ext cx="153895"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0</a:t>
            </a:r>
          </a:p>
        </p:txBody>
      </p:sp>
      <p:sp>
        <p:nvSpPr>
          <p:cNvPr name="TextBox 31" id="31"/>
          <p:cNvSpPr txBox="true"/>
          <p:nvPr/>
        </p:nvSpPr>
        <p:spPr>
          <a:xfrm rot="0">
            <a:off x="3520526" y="4299909"/>
            <a:ext cx="737521" cy="314535"/>
          </a:xfrm>
          <a:prstGeom prst="rect">
            <a:avLst/>
          </a:prstGeom>
        </p:spPr>
        <p:txBody>
          <a:bodyPr anchor="t" rtlCol="false" tIns="0" lIns="0" bIns="0" rIns="0">
            <a:spAutoFit/>
          </a:bodyPr>
          <a:lstStyle/>
          <a:p>
            <a:pPr algn="l">
              <a:lnSpc>
                <a:spcPts val="2520"/>
              </a:lnSpc>
            </a:pPr>
            <a:r>
              <a:rPr lang="en-US" b="true" sz="1800">
                <a:solidFill>
                  <a:srgbClr val="000000"/>
                </a:solidFill>
                <a:latin typeface="Open Sauce Bold"/>
                <a:ea typeface="Open Sauce Bold"/>
                <a:cs typeface="Open Sauce Bold"/>
                <a:sym typeface="Open Sauce Bold"/>
              </a:rPr>
              <a:t>Result</a:t>
            </a:r>
          </a:p>
        </p:txBody>
      </p:sp>
      <p:sp>
        <p:nvSpPr>
          <p:cNvPr name="TextBox 32" id="32"/>
          <p:cNvSpPr txBox="true"/>
          <p:nvPr/>
        </p:nvSpPr>
        <p:spPr>
          <a:xfrm rot="0">
            <a:off x="3979907" y="1039406"/>
            <a:ext cx="11420246" cy="791747"/>
          </a:xfrm>
          <a:prstGeom prst="rect">
            <a:avLst/>
          </a:prstGeom>
        </p:spPr>
        <p:txBody>
          <a:bodyPr anchor="t" rtlCol="false" tIns="0" lIns="0" bIns="0" rIns="0">
            <a:spAutoFit/>
          </a:bodyPr>
          <a:lstStyle/>
          <a:p>
            <a:pPr algn="l">
              <a:lnSpc>
                <a:spcPts val="4443"/>
              </a:lnSpc>
            </a:pPr>
            <a:r>
              <a:rPr lang="en-US" b="true" sz="8887" spc="311">
                <a:solidFill>
                  <a:srgbClr val="2B1F17"/>
                </a:solidFill>
                <a:latin typeface="Codec Pro Ultra-Bold"/>
                <a:ea typeface="Codec Pro Ultra-Bold"/>
                <a:cs typeface="Codec Pro Ultra-Bold"/>
                <a:sym typeface="Codec Pro Ultra-Bold"/>
              </a:rPr>
              <a:t>Logistic Regression</a:t>
            </a:r>
          </a:p>
        </p:txBody>
      </p:sp>
      <p:sp>
        <p:nvSpPr>
          <p:cNvPr name="TextBox 33" id="33"/>
          <p:cNvSpPr txBox="true"/>
          <p:nvPr/>
        </p:nvSpPr>
        <p:spPr>
          <a:xfrm rot="0">
            <a:off x="4862046" y="1183757"/>
            <a:ext cx="102013" cy="784355"/>
          </a:xfrm>
          <a:prstGeom prst="rect">
            <a:avLst/>
          </a:prstGeom>
        </p:spPr>
        <p:txBody>
          <a:bodyPr anchor="t" rtlCol="false" tIns="0" lIns="0" bIns="0" rIns="0">
            <a:spAutoFit/>
          </a:bodyPr>
          <a:lstStyle/>
          <a:p>
            <a:pPr algn="l">
              <a:lnSpc>
                <a:spcPts val="7031"/>
              </a:lnSpc>
            </a:pPr>
            <a:r>
              <a:rPr lang="en-US" sz="2812">
                <a:solidFill>
                  <a:srgbClr val="2B1F17"/>
                </a:solidFill>
                <a:latin typeface="Open Sauce"/>
                <a:ea typeface="Open Sauce"/>
                <a:cs typeface="Open Sauce"/>
                <a:sym typeface="Open Sauce"/>
              </a:rPr>
              <a:t> </a:t>
            </a:r>
          </a:p>
        </p:txBody>
      </p:sp>
      <p:sp>
        <p:nvSpPr>
          <p:cNvPr name="TextBox 34" id="34"/>
          <p:cNvSpPr txBox="true"/>
          <p:nvPr/>
        </p:nvSpPr>
        <p:spPr>
          <a:xfrm rot="0">
            <a:off x="8901227" y="6037964"/>
            <a:ext cx="157391"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1</a:t>
            </a:r>
          </a:p>
        </p:txBody>
      </p:sp>
      <p:sp>
        <p:nvSpPr>
          <p:cNvPr name="TextBox 35" id="35"/>
          <p:cNvSpPr txBox="true"/>
          <p:nvPr/>
        </p:nvSpPr>
        <p:spPr>
          <a:xfrm rot="0">
            <a:off x="8901227" y="8161696"/>
            <a:ext cx="240459"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0</a:t>
            </a:r>
          </a:p>
        </p:txBody>
      </p:sp>
      <p:sp>
        <p:nvSpPr>
          <p:cNvPr name="TextBox 36" id="36"/>
          <p:cNvSpPr txBox="true"/>
          <p:nvPr/>
        </p:nvSpPr>
        <p:spPr>
          <a:xfrm rot="0">
            <a:off x="10037426" y="9370409"/>
            <a:ext cx="157391"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1</a:t>
            </a:r>
          </a:p>
        </p:txBody>
      </p:sp>
      <p:sp>
        <p:nvSpPr>
          <p:cNvPr name="TextBox 37" id="37"/>
          <p:cNvSpPr txBox="true"/>
          <p:nvPr/>
        </p:nvSpPr>
        <p:spPr>
          <a:xfrm rot="0">
            <a:off x="10822267" y="9370409"/>
            <a:ext cx="235363"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2</a:t>
            </a:r>
          </a:p>
        </p:txBody>
      </p:sp>
      <p:sp>
        <p:nvSpPr>
          <p:cNvPr name="TextBox 38" id="38"/>
          <p:cNvSpPr txBox="true"/>
          <p:nvPr/>
        </p:nvSpPr>
        <p:spPr>
          <a:xfrm rot="0">
            <a:off x="11607108" y="9370409"/>
            <a:ext cx="240097"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3</a:t>
            </a:r>
          </a:p>
        </p:txBody>
      </p:sp>
      <p:sp>
        <p:nvSpPr>
          <p:cNvPr name="TextBox 39" id="39"/>
          <p:cNvSpPr txBox="true"/>
          <p:nvPr/>
        </p:nvSpPr>
        <p:spPr>
          <a:xfrm rot="0">
            <a:off x="12411342" y="9370409"/>
            <a:ext cx="238277"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4</a:t>
            </a:r>
          </a:p>
        </p:txBody>
      </p:sp>
      <p:sp>
        <p:nvSpPr>
          <p:cNvPr name="TextBox 40" id="40"/>
          <p:cNvSpPr txBox="true"/>
          <p:nvPr/>
        </p:nvSpPr>
        <p:spPr>
          <a:xfrm rot="0">
            <a:off x="13051774" y="9370409"/>
            <a:ext cx="237182"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5</a:t>
            </a:r>
          </a:p>
        </p:txBody>
      </p:sp>
      <p:sp>
        <p:nvSpPr>
          <p:cNvPr name="TextBox 41" id="41"/>
          <p:cNvSpPr txBox="true"/>
          <p:nvPr/>
        </p:nvSpPr>
        <p:spPr>
          <a:xfrm rot="0">
            <a:off x="2288057" y="1593332"/>
            <a:ext cx="13541435" cy="2136905"/>
          </a:xfrm>
          <a:prstGeom prst="rect">
            <a:avLst/>
          </a:prstGeom>
        </p:spPr>
        <p:txBody>
          <a:bodyPr anchor="t" rtlCol="false" tIns="0" lIns="0" bIns="0" rIns="0">
            <a:spAutoFit/>
          </a:bodyPr>
          <a:lstStyle/>
          <a:p>
            <a:pPr algn="l">
              <a:lnSpc>
                <a:spcPts val="2775"/>
              </a:lnSpc>
            </a:pPr>
            <a:r>
              <a:rPr lang="en-US" sz="2812" spc="275">
                <a:solidFill>
                  <a:srgbClr val="2B1F17"/>
                </a:solidFill>
                <a:latin typeface="Open Sauce"/>
                <a:ea typeface="Open Sauce"/>
                <a:cs typeface="Open Sauce"/>
                <a:sym typeface="Open Sauce"/>
              </a:rPr>
              <a:t> </a:t>
            </a:r>
          </a:p>
          <a:p>
            <a:pPr algn="l">
              <a:lnSpc>
                <a:spcPts val="2775"/>
              </a:lnSpc>
            </a:pPr>
            <a:r>
              <a:rPr lang="en-US" sz="2812" spc="275">
                <a:solidFill>
                  <a:srgbClr val="2B1F17"/>
                </a:solidFill>
                <a:latin typeface="Open Sauce"/>
                <a:ea typeface="Open Sauce"/>
                <a:cs typeface="Open Sauce"/>
                <a:sym typeface="Open Sauce"/>
              </a:rPr>
              <a:t>categorical</a:t>
            </a:r>
            <a:r>
              <a:rPr lang="en-US" sz="2812" spc="275">
                <a:solidFill>
                  <a:srgbClr val="000000"/>
                </a:solidFill>
                <a:latin typeface="Open Sauce"/>
                <a:ea typeface="Open Sauce"/>
                <a:cs typeface="Open Sauce"/>
                <a:sym typeface="Open Sauce"/>
              </a:rPr>
              <a:t> </a:t>
            </a:r>
            <a:r>
              <a:rPr lang="en-US" sz="2812" spc="275">
                <a:solidFill>
                  <a:srgbClr val="2B1F17"/>
                </a:solidFill>
                <a:latin typeface="Open Sauce"/>
                <a:ea typeface="Open Sauce"/>
                <a:cs typeface="Open Sauce"/>
                <a:sym typeface="Open Sauce"/>
              </a:rPr>
              <a:t>outcomes,</a:t>
            </a:r>
            <a:r>
              <a:rPr lang="en-US" sz="2812" spc="275">
                <a:solidFill>
                  <a:srgbClr val="000000"/>
                </a:solidFill>
                <a:latin typeface="Open Sauce"/>
                <a:ea typeface="Open Sauce"/>
                <a:cs typeface="Open Sauce"/>
                <a:sym typeface="Open Sauce"/>
              </a:rPr>
              <a:t> </a:t>
            </a:r>
            <a:r>
              <a:rPr lang="en-US" sz="2812" spc="275">
                <a:solidFill>
                  <a:srgbClr val="2B1F17"/>
                </a:solidFill>
                <a:latin typeface="Open Sauce"/>
                <a:ea typeface="Open Sauce"/>
                <a:cs typeface="Open Sauce"/>
                <a:sym typeface="Open Sauce"/>
              </a:rPr>
              <a:t>especially</a:t>
            </a:r>
            <a:r>
              <a:rPr lang="en-US" sz="2812" spc="275">
                <a:solidFill>
                  <a:srgbClr val="000000"/>
                </a:solidFill>
                <a:latin typeface="Open Sauce"/>
                <a:ea typeface="Open Sauce"/>
                <a:cs typeface="Open Sauce"/>
                <a:sym typeface="Open Sauce"/>
              </a:rPr>
              <a:t> </a:t>
            </a:r>
            <a:r>
              <a:rPr lang="en-US" sz="2812" spc="275">
                <a:solidFill>
                  <a:srgbClr val="2B1F17"/>
                </a:solidFill>
                <a:latin typeface="Open Sauce"/>
                <a:ea typeface="Open Sauce"/>
                <a:cs typeface="Open Sauce"/>
                <a:sym typeface="Open Sauce"/>
              </a:rPr>
              <a:t>binary</a:t>
            </a:r>
            <a:r>
              <a:rPr lang="en-US" sz="2812" spc="275">
                <a:solidFill>
                  <a:srgbClr val="000000"/>
                </a:solidFill>
                <a:latin typeface="Open Sauce"/>
                <a:ea typeface="Open Sauce"/>
                <a:cs typeface="Open Sauce"/>
                <a:sym typeface="Open Sauce"/>
              </a:rPr>
              <a:t> </a:t>
            </a:r>
            <a:r>
              <a:rPr lang="en-US" sz="2812" spc="275">
                <a:solidFill>
                  <a:srgbClr val="2B1F17"/>
                </a:solidFill>
                <a:latin typeface="Open Sauce"/>
                <a:ea typeface="Open Sauce"/>
                <a:cs typeface="Open Sauce"/>
                <a:sym typeface="Open Sauce"/>
              </a:rPr>
              <a:t>outcomes</a:t>
            </a:r>
            <a:r>
              <a:rPr lang="en-US" sz="2812" spc="275">
                <a:solidFill>
                  <a:srgbClr val="000000"/>
                </a:solidFill>
                <a:latin typeface="Open Sauce"/>
                <a:ea typeface="Open Sauce"/>
                <a:cs typeface="Open Sauce"/>
                <a:sym typeface="Open Sauce"/>
              </a:rPr>
              <a:t> </a:t>
            </a:r>
            <a:r>
              <a:rPr lang="en-US" sz="2812" spc="275">
                <a:solidFill>
                  <a:srgbClr val="2B1F17"/>
                </a:solidFill>
                <a:latin typeface="Open Sauce"/>
                <a:ea typeface="Open Sauce"/>
                <a:cs typeface="Open Sauce"/>
                <a:sym typeface="Open Sauce"/>
              </a:rPr>
              <a:t>(Yes/No,</a:t>
            </a:r>
            <a:r>
              <a:rPr lang="en-US" sz="2812" spc="275">
                <a:solidFill>
                  <a:srgbClr val="000000"/>
                </a:solidFill>
                <a:latin typeface="Open Sauce"/>
                <a:ea typeface="Open Sauce"/>
                <a:cs typeface="Open Sauce"/>
                <a:sym typeface="Open Sauce"/>
              </a:rPr>
              <a:t> </a:t>
            </a:r>
            <a:r>
              <a:rPr lang="en-US" sz="2812" spc="275">
                <a:solidFill>
                  <a:srgbClr val="2B1F17"/>
                </a:solidFill>
                <a:latin typeface="Open Sauce"/>
                <a:ea typeface="Open Sauce"/>
                <a:cs typeface="Open Sauce"/>
                <a:sym typeface="Open Sauce"/>
              </a:rPr>
              <a:t>0/1, Pass/Fail). 🔍 Unlike linear regression, it doesn’t predict a number — it predicts the probability of a class label.</a:t>
            </a:r>
          </a:p>
        </p:txBody>
      </p:sp>
      <p:sp>
        <p:nvSpPr>
          <p:cNvPr name="TextBox 42" id="42"/>
          <p:cNvSpPr txBox="true"/>
          <p:nvPr/>
        </p:nvSpPr>
        <p:spPr>
          <a:xfrm rot="0">
            <a:off x="3233271" y="1593332"/>
            <a:ext cx="13436146" cy="374780"/>
          </a:xfrm>
          <a:prstGeom prst="rect">
            <a:avLst/>
          </a:prstGeom>
        </p:spPr>
        <p:txBody>
          <a:bodyPr anchor="t" rtlCol="false" tIns="0" lIns="0" bIns="0" rIns="0">
            <a:spAutoFit/>
          </a:bodyPr>
          <a:lstStyle/>
          <a:p>
            <a:pPr algn="l">
              <a:lnSpc>
                <a:spcPts val="2775"/>
              </a:lnSpc>
            </a:pPr>
            <a:r>
              <a:rPr lang="en-US" sz="2812" spc="275">
                <a:solidFill>
                  <a:srgbClr val="2B1F17"/>
                </a:solidFill>
                <a:latin typeface="Open Sauce"/>
                <a:ea typeface="Open Sauce"/>
                <a:cs typeface="Open Sauce"/>
                <a:sym typeface="Open Sauce"/>
              </a:rPr>
              <a:t>LogisticRegressionisaclassificationalgorithmusedtopredict</a:t>
            </a:r>
          </a:p>
        </p:txBody>
      </p:sp>
      <p:sp>
        <p:nvSpPr>
          <p:cNvPr name="TextBox 43" id="43"/>
          <p:cNvSpPr txBox="true"/>
          <p:nvPr/>
        </p:nvSpPr>
        <p:spPr>
          <a:xfrm rot="0">
            <a:off x="8772582" y="7167172"/>
            <a:ext cx="492385" cy="372618"/>
          </a:xfrm>
          <a:prstGeom prst="rect">
            <a:avLst/>
          </a:prstGeom>
        </p:spPr>
        <p:txBody>
          <a:bodyPr anchor="t" rtlCol="false" tIns="0" lIns="0" bIns="0" rIns="0">
            <a:spAutoFit/>
          </a:bodyPr>
          <a:lstStyle/>
          <a:p>
            <a:pPr algn="l">
              <a:lnSpc>
                <a:spcPts val="3049"/>
              </a:lnSpc>
            </a:pPr>
            <a:r>
              <a:rPr lang="en-US" sz="2178" spc="213">
                <a:solidFill>
                  <a:srgbClr val="2B1F17"/>
                </a:solidFill>
                <a:latin typeface="Open Sauce"/>
                <a:ea typeface="Open Sauce"/>
                <a:cs typeface="Open Sauce"/>
                <a:sym typeface="Open Sauce"/>
              </a:rPr>
              <a:t>0.5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E7DD"/>
        </a:solidFill>
      </p:bgPr>
    </p:bg>
    <p:spTree>
      <p:nvGrpSpPr>
        <p:cNvPr id="1" name=""/>
        <p:cNvGrpSpPr/>
        <p:nvPr/>
      </p:nvGrpSpPr>
      <p:grpSpPr>
        <a:xfrm>
          <a:off x="0" y="0"/>
          <a:ext cx="0" cy="0"/>
          <a:chOff x="0" y="0"/>
          <a:chExt cx="0" cy="0"/>
        </a:xfrm>
      </p:grpSpPr>
      <p:sp>
        <p:nvSpPr>
          <p:cNvPr name="Freeform 2" id="2"/>
          <p:cNvSpPr/>
          <p:nvPr/>
        </p:nvSpPr>
        <p:spPr>
          <a:xfrm flipH="false" flipV="false" rot="0">
            <a:off x="3280181" y="5737184"/>
            <a:ext cx="4622892" cy="3953446"/>
          </a:xfrm>
          <a:custGeom>
            <a:avLst/>
            <a:gdLst/>
            <a:ahLst/>
            <a:cxnLst/>
            <a:rect r="r" b="b" t="t" l="l"/>
            <a:pathLst>
              <a:path h="3953446" w="4622892">
                <a:moveTo>
                  <a:pt x="0" y="0"/>
                </a:moveTo>
                <a:lnTo>
                  <a:pt x="4622892" y="0"/>
                </a:lnTo>
                <a:lnTo>
                  <a:pt x="4622892" y="3953446"/>
                </a:lnTo>
                <a:lnTo>
                  <a:pt x="0" y="39534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551" y="-66551"/>
            <a:ext cx="9708632" cy="4735325"/>
          </a:xfrm>
          <a:custGeom>
            <a:avLst/>
            <a:gdLst/>
            <a:ahLst/>
            <a:cxnLst/>
            <a:rect r="r" b="b" t="t" l="l"/>
            <a:pathLst>
              <a:path h="4735325" w="9708632">
                <a:moveTo>
                  <a:pt x="0" y="0"/>
                </a:moveTo>
                <a:lnTo>
                  <a:pt x="9708632" y="0"/>
                </a:lnTo>
                <a:lnTo>
                  <a:pt x="9708632" y="4735325"/>
                </a:lnTo>
                <a:lnTo>
                  <a:pt x="0" y="4735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063389" y="7688218"/>
            <a:ext cx="1631471" cy="279397"/>
          </a:xfrm>
          <a:custGeom>
            <a:avLst/>
            <a:gdLst/>
            <a:ahLst/>
            <a:cxnLst/>
            <a:rect r="r" b="b" t="t" l="l"/>
            <a:pathLst>
              <a:path h="279397" w="1631471">
                <a:moveTo>
                  <a:pt x="0" y="0"/>
                </a:moveTo>
                <a:lnTo>
                  <a:pt x="1631470" y="0"/>
                </a:lnTo>
                <a:lnTo>
                  <a:pt x="1631470" y="279397"/>
                </a:lnTo>
                <a:lnTo>
                  <a:pt x="0" y="2793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a:grpSpLocks noChangeAspect="true"/>
          </p:cNvGrpSpPr>
          <p:nvPr/>
        </p:nvGrpSpPr>
        <p:grpSpPr>
          <a:xfrm rot="0">
            <a:off x="13152272" y="6766112"/>
            <a:ext cx="5202279" cy="3587439"/>
            <a:chOff x="0" y="0"/>
            <a:chExt cx="5202276" cy="3587445"/>
          </a:xfrm>
        </p:grpSpPr>
        <p:sp>
          <p:nvSpPr>
            <p:cNvPr name="Freeform 6" id="6"/>
            <p:cNvSpPr/>
            <p:nvPr/>
          </p:nvSpPr>
          <p:spPr>
            <a:xfrm flipH="false" flipV="false" rot="0">
              <a:off x="1088898" y="625475"/>
              <a:ext cx="4046855" cy="2895473"/>
            </a:xfrm>
            <a:custGeom>
              <a:avLst/>
              <a:gdLst/>
              <a:ahLst/>
              <a:cxnLst/>
              <a:rect r="r" b="b" t="t" l="l"/>
              <a:pathLst>
                <a:path h="2895473" w="4046855">
                  <a:moveTo>
                    <a:pt x="4046855" y="0"/>
                  </a:moveTo>
                  <a:lnTo>
                    <a:pt x="0" y="2895473"/>
                  </a:lnTo>
                  <a:lnTo>
                    <a:pt x="4046855" y="2895473"/>
                  </a:lnTo>
                  <a:lnTo>
                    <a:pt x="4046855" y="0"/>
                  </a:lnTo>
                  <a:close/>
                </a:path>
              </a:pathLst>
            </a:custGeom>
            <a:solidFill>
              <a:srgbClr val="33231B"/>
            </a:solidFill>
          </p:spPr>
        </p:sp>
        <p:sp>
          <p:nvSpPr>
            <p:cNvPr name="Freeform 7" id="7"/>
            <p:cNvSpPr/>
            <p:nvPr/>
          </p:nvSpPr>
          <p:spPr>
            <a:xfrm flipH="false" flipV="false" rot="0">
              <a:off x="1182878" y="1233297"/>
              <a:ext cx="3952875" cy="2287651"/>
            </a:xfrm>
            <a:custGeom>
              <a:avLst/>
              <a:gdLst/>
              <a:ahLst/>
              <a:cxnLst/>
              <a:rect r="r" b="b" t="t" l="l"/>
              <a:pathLst>
                <a:path h="2287651" w="3952875">
                  <a:moveTo>
                    <a:pt x="3952875" y="0"/>
                  </a:moveTo>
                  <a:lnTo>
                    <a:pt x="0" y="2287651"/>
                  </a:lnTo>
                  <a:lnTo>
                    <a:pt x="3952875" y="2287651"/>
                  </a:lnTo>
                  <a:lnTo>
                    <a:pt x="3952875" y="0"/>
                  </a:lnTo>
                  <a:close/>
                </a:path>
              </a:pathLst>
            </a:custGeom>
            <a:solidFill>
              <a:srgbClr val="36302C"/>
            </a:solidFill>
          </p:spPr>
        </p:sp>
        <p:sp>
          <p:nvSpPr>
            <p:cNvPr name="Freeform 8" id="8"/>
            <p:cNvSpPr/>
            <p:nvPr/>
          </p:nvSpPr>
          <p:spPr>
            <a:xfrm flipH="false" flipV="false" rot="0">
              <a:off x="1089025" y="625729"/>
              <a:ext cx="4046728" cy="2895219"/>
            </a:xfrm>
            <a:custGeom>
              <a:avLst/>
              <a:gdLst/>
              <a:ahLst/>
              <a:cxnLst/>
              <a:rect r="r" b="b" t="t" l="l"/>
              <a:pathLst>
                <a:path h="2895219" w="4046728">
                  <a:moveTo>
                    <a:pt x="4046728" y="0"/>
                  </a:moveTo>
                  <a:lnTo>
                    <a:pt x="0" y="2895219"/>
                  </a:lnTo>
                  <a:lnTo>
                    <a:pt x="154686" y="2895219"/>
                  </a:lnTo>
                  <a:lnTo>
                    <a:pt x="4046728" y="613537"/>
                  </a:lnTo>
                  <a:lnTo>
                    <a:pt x="4046728" y="0"/>
                  </a:lnTo>
                  <a:close/>
                </a:path>
              </a:pathLst>
            </a:custGeom>
            <a:solidFill>
              <a:srgbClr val="BA957C"/>
            </a:solidFill>
          </p:spPr>
        </p:sp>
      </p:grpSp>
      <p:grpSp>
        <p:nvGrpSpPr>
          <p:cNvPr name="Group 9" id="9"/>
          <p:cNvGrpSpPr>
            <a:grpSpLocks noChangeAspect="true"/>
          </p:cNvGrpSpPr>
          <p:nvPr/>
        </p:nvGrpSpPr>
        <p:grpSpPr>
          <a:xfrm rot="0">
            <a:off x="14319333" y="965197"/>
            <a:ext cx="4020503" cy="4679947"/>
            <a:chOff x="0" y="0"/>
            <a:chExt cx="4020502" cy="4679950"/>
          </a:xfrm>
        </p:grpSpPr>
        <p:sp>
          <p:nvSpPr>
            <p:cNvPr name="Freeform 10" id="10"/>
            <p:cNvSpPr/>
            <p:nvPr/>
          </p:nvSpPr>
          <p:spPr>
            <a:xfrm flipH="false" flipV="false" rot="0">
              <a:off x="63500" y="82550"/>
              <a:ext cx="3893566" cy="4514850"/>
            </a:xfrm>
            <a:custGeom>
              <a:avLst/>
              <a:gdLst/>
              <a:ahLst/>
              <a:cxnLst/>
              <a:rect r="r" b="b" t="t" l="l"/>
              <a:pathLst>
                <a:path h="4514850" w="3893566">
                  <a:moveTo>
                    <a:pt x="19050" y="19050"/>
                  </a:moveTo>
                  <a:lnTo>
                    <a:pt x="19050" y="4495800"/>
                  </a:lnTo>
                  <a:moveTo>
                    <a:pt x="1832356" y="19050"/>
                  </a:moveTo>
                  <a:lnTo>
                    <a:pt x="1832356" y="4495800"/>
                  </a:lnTo>
                  <a:moveTo>
                    <a:pt x="3874516" y="19050"/>
                  </a:moveTo>
                  <a:lnTo>
                    <a:pt x="3874516" y="4495800"/>
                  </a:lnTo>
                  <a:moveTo>
                    <a:pt x="0" y="0"/>
                  </a:moveTo>
                  <a:lnTo>
                    <a:pt x="3893566" y="0"/>
                  </a:lnTo>
                  <a:moveTo>
                    <a:pt x="0" y="752475"/>
                  </a:moveTo>
                  <a:lnTo>
                    <a:pt x="3893566" y="752475"/>
                  </a:lnTo>
                  <a:moveTo>
                    <a:pt x="0" y="1504950"/>
                  </a:moveTo>
                  <a:lnTo>
                    <a:pt x="3893566" y="1504950"/>
                  </a:lnTo>
                  <a:moveTo>
                    <a:pt x="0" y="2257425"/>
                  </a:moveTo>
                  <a:lnTo>
                    <a:pt x="3893566" y="2257425"/>
                  </a:lnTo>
                  <a:moveTo>
                    <a:pt x="0" y="3009900"/>
                  </a:moveTo>
                  <a:lnTo>
                    <a:pt x="3893566" y="3009900"/>
                  </a:lnTo>
                  <a:moveTo>
                    <a:pt x="0" y="3762375"/>
                  </a:moveTo>
                  <a:lnTo>
                    <a:pt x="3893566" y="3762375"/>
                  </a:lnTo>
                  <a:moveTo>
                    <a:pt x="0" y="4514850"/>
                  </a:moveTo>
                  <a:lnTo>
                    <a:pt x="3893566" y="4514850"/>
                  </a:lnTo>
                </a:path>
              </a:pathLst>
            </a:custGeom>
            <a:solidFill>
              <a:srgbClr val="000000"/>
            </a:solidFill>
          </p:spPr>
        </p:sp>
        <p:sp>
          <p:nvSpPr>
            <p:cNvPr name="Freeform 11" id="11"/>
            <p:cNvSpPr/>
            <p:nvPr/>
          </p:nvSpPr>
          <p:spPr>
            <a:xfrm flipH="false" flipV="false" rot="0">
              <a:off x="63500" y="63500"/>
              <a:ext cx="3893566" cy="4552950"/>
            </a:xfrm>
            <a:custGeom>
              <a:avLst/>
              <a:gdLst/>
              <a:ahLst/>
              <a:cxnLst/>
              <a:rect r="r" b="b" t="t" l="l"/>
              <a:pathLst>
                <a:path h="4552950" w="3893566">
                  <a:moveTo>
                    <a:pt x="38100" y="38100"/>
                  </a:moveTo>
                  <a:lnTo>
                    <a:pt x="38100" y="4514850"/>
                  </a:lnTo>
                  <a:lnTo>
                    <a:pt x="0" y="4514850"/>
                  </a:lnTo>
                  <a:lnTo>
                    <a:pt x="0" y="38100"/>
                  </a:lnTo>
                  <a:close/>
                  <a:moveTo>
                    <a:pt x="1851406" y="38100"/>
                  </a:moveTo>
                  <a:lnTo>
                    <a:pt x="1851406" y="4514850"/>
                  </a:lnTo>
                  <a:lnTo>
                    <a:pt x="1813306" y="4514850"/>
                  </a:lnTo>
                  <a:lnTo>
                    <a:pt x="1813306" y="38100"/>
                  </a:lnTo>
                  <a:close/>
                  <a:moveTo>
                    <a:pt x="3893566" y="38100"/>
                  </a:moveTo>
                  <a:lnTo>
                    <a:pt x="3893566" y="4514850"/>
                  </a:lnTo>
                  <a:lnTo>
                    <a:pt x="3855466" y="4514850"/>
                  </a:lnTo>
                  <a:lnTo>
                    <a:pt x="3855466" y="38100"/>
                  </a:lnTo>
                  <a:close/>
                  <a:moveTo>
                    <a:pt x="0" y="0"/>
                  </a:moveTo>
                  <a:lnTo>
                    <a:pt x="3893566" y="0"/>
                  </a:lnTo>
                  <a:lnTo>
                    <a:pt x="3893566" y="38100"/>
                  </a:lnTo>
                  <a:lnTo>
                    <a:pt x="0" y="38100"/>
                  </a:lnTo>
                  <a:close/>
                  <a:moveTo>
                    <a:pt x="0" y="752475"/>
                  </a:moveTo>
                  <a:lnTo>
                    <a:pt x="3893566" y="752475"/>
                  </a:lnTo>
                  <a:lnTo>
                    <a:pt x="3893566" y="790575"/>
                  </a:lnTo>
                  <a:lnTo>
                    <a:pt x="0" y="790575"/>
                  </a:lnTo>
                  <a:close/>
                  <a:moveTo>
                    <a:pt x="0" y="1504950"/>
                  </a:moveTo>
                  <a:lnTo>
                    <a:pt x="3893566" y="1504950"/>
                  </a:lnTo>
                  <a:lnTo>
                    <a:pt x="3893566" y="1543050"/>
                  </a:lnTo>
                  <a:lnTo>
                    <a:pt x="0" y="1543050"/>
                  </a:lnTo>
                  <a:close/>
                  <a:moveTo>
                    <a:pt x="0" y="2257425"/>
                  </a:moveTo>
                  <a:lnTo>
                    <a:pt x="3893566" y="2257425"/>
                  </a:lnTo>
                  <a:lnTo>
                    <a:pt x="3893566" y="2295525"/>
                  </a:lnTo>
                  <a:lnTo>
                    <a:pt x="0" y="2295525"/>
                  </a:lnTo>
                  <a:close/>
                  <a:moveTo>
                    <a:pt x="0" y="3009900"/>
                  </a:moveTo>
                  <a:lnTo>
                    <a:pt x="3893566" y="3009900"/>
                  </a:lnTo>
                  <a:lnTo>
                    <a:pt x="3893566" y="3048000"/>
                  </a:lnTo>
                  <a:lnTo>
                    <a:pt x="0" y="3048000"/>
                  </a:lnTo>
                  <a:close/>
                  <a:moveTo>
                    <a:pt x="0" y="3762375"/>
                  </a:moveTo>
                  <a:lnTo>
                    <a:pt x="3893566" y="3762375"/>
                  </a:lnTo>
                  <a:lnTo>
                    <a:pt x="3893566" y="3800475"/>
                  </a:lnTo>
                  <a:lnTo>
                    <a:pt x="0" y="3800475"/>
                  </a:lnTo>
                  <a:close/>
                  <a:moveTo>
                    <a:pt x="0" y="4514850"/>
                  </a:moveTo>
                  <a:lnTo>
                    <a:pt x="3893566" y="4514850"/>
                  </a:lnTo>
                  <a:lnTo>
                    <a:pt x="3893566" y="4552950"/>
                  </a:lnTo>
                  <a:lnTo>
                    <a:pt x="0" y="4552950"/>
                  </a:lnTo>
                  <a:close/>
                </a:path>
              </a:pathLst>
            </a:custGeom>
            <a:solidFill>
              <a:srgbClr val="000000"/>
            </a:solidFill>
          </p:spPr>
        </p:sp>
      </p:grpSp>
      <p:sp>
        <p:nvSpPr>
          <p:cNvPr name="Freeform 12" id="12"/>
          <p:cNvSpPr/>
          <p:nvPr/>
        </p:nvSpPr>
        <p:spPr>
          <a:xfrm flipH="false" flipV="false" rot="0">
            <a:off x="9983791" y="7161105"/>
            <a:ext cx="3257550" cy="1371600"/>
          </a:xfrm>
          <a:custGeom>
            <a:avLst/>
            <a:gdLst/>
            <a:ahLst/>
            <a:cxnLst/>
            <a:rect r="r" b="b" t="t" l="l"/>
            <a:pathLst>
              <a:path h="1371600" w="3257550">
                <a:moveTo>
                  <a:pt x="0" y="0"/>
                </a:moveTo>
                <a:lnTo>
                  <a:pt x="3257550" y="0"/>
                </a:lnTo>
                <a:lnTo>
                  <a:pt x="3257550" y="1371600"/>
                </a:lnTo>
                <a:lnTo>
                  <a:pt x="0" y="1371600"/>
                </a:lnTo>
                <a:lnTo>
                  <a:pt x="0" y="0"/>
                </a:lnTo>
                <a:close/>
              </a:path>
            </a:pathLst>
          </a:custGeom>
          <a:blipFill>
            <a:blip r:embed="rId8"/>
            <a:stretch>
              <a:fillRect l="-2239" t="0" r="-2146" b="0"/>
            </a:stretch>
          </a:blipFill>
        </p:spPr>
      </p:sp>
      <p:sp>
        <p:nvSpPr>
          <p:cNvPr name="Freeform 13" id="13"/>
          <p:cNvSpPr/>
          <p:nvPr/>
        </p:nvSpPr>
        <p:spPr>
          <a:xfrm flipH="false" flipV="false" rot="0">
            <a:off x="14010465" y="7161105"/>
            <a:ext cx="2752725" cy="1333500"/>
          </a:xfrm>
          <a:custGeom>
            <a:avLst/>
            <a:gdLst/>
            <a:ahLst/>
            <a:cxnLst/>
            <a:rect r="r" b="b" t="t" l="l"/>
            <a:pathLst>
              <a:path h="1333500" w="2752725">
                <a:moveTo>
                  <a:pt x="0" y="0"/>
                </a:moveTo>
                <a:lnTo>
                  <a:pt x="2752725" y="0"/>
                </a:lnTo>
                <a:lnTo>
                  <a:pt x="2752725" y="1333500"/>
                </a:lnTo>
                <a:lnTo>
                  <a:pt x="0" y="1333500"/>
                </a:lnTo>
                <a:lnTo>
                  <a:pt x="0" y="0"/>
                </a:lnTo>
                <a:close/>
              </a:path>
            </a:pathLst>
          </a:custGeom>
          <a:blipFill>
            <a:blip r:embed="rId9"/>
            <a:stretch>
              <a:fillRect l="0" t="0" r="0" b="0"/>
            </a:stretch>
          </a:blipFill>
        </p:spPr>
      </p:sp>
      <p:sp>
        <p:nvSpPr>
          <p:cNvPr name="Freeform 14" id="14"/>
          <p:cNvSpPr/>
          <p:nvPr/>
        </p:nvSpPr>
        <p:spPr>
          <a:xfrm flipH="false" flipV="false" rot="0">
            <a:off x="13291566" y="7726318"/>
            <a:ext cx="666217" cy="279397"/>
          </a:xfrm>
          <a:custGeom>
            <a:avLst/>
            <a:gdLst/>
            <a:ahLst/>
            <a:cxnLst/>
            <a:rect r="r" b="b" t="t" l="l"/>
            <a:pathLst>
              <a:path h="279397" w="666217">
                <a:moveTo>
                  <a:pt x="0" y="0"/>
                </a:moveTo>
                <a:lnTo>
                  <a:pt x="666217" y="0"/>
                </a:lnTo>
                <a:lnTo>
                  <a:pt x="666217" y="279397"/>
                </a:lnTo>
                <a:lnTo>
                  <a:pt x="0" y="2793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a:grpSpLocks noChangeAspect="true"/>
          </p:cNvGrpSpPr>
          <p:nvPr/>
        </p:nvGrpSpPr>
        <p:grpSpPr>
          <a:xfrm rot="0">
            <a:off x="3337379" y="5737222"/>
            <a:ext cx="4568371" cy="3896306"/>
            <a:chOff x="0" y="0"/>
            <a:chExt cx="4568368" cy="3896309"/>
          </a:xfrm>
        </p:grpSpPr>
        <p:sp>
          <p:nvSpPr>
            <p:cNvPr name="Freeform 16" id="16"/>
            <p:cNvSpPr/>
            <p:nvPr/>
          </p:nvSpPr>
          <p:spPr>
            <a:xfrm flipH="false" flipV="false" rot="0">
              <a:off x="63500" y="63500"/>
              <a:ext cx="38100" cy="3769360"/>
            </a:xfrm>
            <a:custGeom>
              <a:avLst/>
              <a:gdLst/>
              <a:ahLst/>
              <a:cxnLst/>
              <a:rect r="r" b="b" t="t" l="l"/>
              <a:pathLst>
                <a:path h="3769360" w="38100">
                  <a:moveTo>
                    <a:pt x="0" y="3769360"/>
                  </a:moveTo>
                  <a:lnTo>
                    <a:pt x="38100" y="3769360"/>
                  </a:lnTo>
                  <a:lnTo>
                    <a:pt x="38100" y="0"/>
                  </a:lnTo>
                  <a:lnTo>
                    <a:pt x="0" y="0"/>
                  </a:lnTo>
                  <a:close/>
                </a:path>
              </a:pathLst>
            </a:custGeom>
            <a:solidFill>
              <a:srgbClr val="000000">
                <a:alpha val="0"/>
              </a:srgbClr>
            </a:solidFill>
          </p:spPr>
        </p:sp>
        <p:sp>
          <p:nvSpPr>
            <p:cNvPr name="Freeform 17" id="17"/>
            <p:cNvSpPr/>
            <p:nvPr/>
          </p:nvSpPr>
          <p:spPr>
            <a:xfrm flipH="false" flipV="false" rot="0">
              <a:off x="63500" y="3794760"/>
              <a:ext cx="4441317" cy="38100"/>
            </a:xfrm>
            <a:custGeom>
              <a:avLst/>
              <a:gdLst/>
              <a:ahLst/>
              <a:cxnLst/>
              <a:rect r="r" b="b" t="t" l="l"/>
              <a:pathLst>
                <a:path h="38100" w="4441317">
                  <a:moveTo>
                    <a:pt x="0" y="38100"/>
                  </a:moveTo>
                  <a:lnTo>
                    <a:pt x="4441317" y="38100"/>
                  </a:lnTo>
                  <a:lnTo>
                    <a:pt x="4441317" y="0"/>
                  </a:lnTo>
                  <a:lnTo>
                    <a:pt x="0" y="0"/>
                  </a:lnTo>
                  <a:close/>
                </a:path>
              </a:pathLst>
            </a:custGeom>
            <a:solidFill>
              <a:srgbClr val="000000">
                <a:alpha val="0"/>
              </a:srgbClr>
            </a:solidFill>
          </p:spPr>
        </p:sp>
      </p:grpSp>
      <p:grpSp>
        <p:nvGrpSpPr>
          <p:cNvPr name="Group 18" id="18"/>
          <p:cNvGrpSpPr>
            <a:grpSpLocks noChangeAspect="true"/>
          </p:cNvGrpSpPr>
          <p:nvPr/>
        </p:nvGrpSpPr>
        <p:grpSpPr>
          <a:xfrm rot="0">
            <a:off x="8126892" y="7808871"/>
            <a:ext cx="1504474" cy="38100"/>
            <a:chOff x="0" y="0"/>
            <a:chExt cx="1504467" cy="38100"/>
          </a:xfrm>
        </p:grpSpPr>
        <p:sp>
          <p:nvSpPr>
            <p:cNvPr name="Freeform 19" id="19"/>
            <p:cNvSpPr/>
            <p:nvPr/>
          </p:nvSpPr>
          <p:spPr>
            <a:xfrm flipH="false" flipV="false" rot="0">
              <a:off x="0" y="0"/>
              <a:ext cx="1504442" cy="38100"/>
            </a:xfrm>
            <a:custGeom>
              <a:avLst/>
              <a:gdLst/>
              <a:ahLst/>
              <a:cxnLst/>
              <a:rect r="r" b="b" t="t" l="l"/>
              <a:pathLst>
                <a:path h="38100" w="1504442">
                  <a:moveTo>
                    <a:pt x="0" y="38100"/>
                  </a:moveTo>
                  <a:lnTo>
                    <a:pt x="1504442" y="38100"/>
                  </a:lnTo>
                  <a:lnTo>
                    <a:pt x="1504442" y="0"/>
                  </a:lnTo>
                  <a:lnTo>
                    <a:pt x="0" y="0"/>
                  </a:lnTo>
                  <a:close/>
                </a:path>
              </a:pathLst>
            </a:custGeom>
            <a:solidFill>
              <a:srgbClr val="000000">
                <a:alpha val="0"/>
              </a:srgbClr>
            </a:solidFill>
          </p:spPr>
        </p:sp>
      </p:grpSp>
      <p:grpSp>
        <p:nvGrpSpPr>
          <p:cNvPr name="Group 20" id="20"/>
          <p:cNvGrpSpPr>
            <a:grpSpLocks noChangeAspect="true"/>
          </p:cNvGrpSpPr>
          <p:nvPr/>
        </p:nvGrpSpPr>
        <p:grpSpPr>
          <a:xfrm rot="0">
            <a:off x="13152272" y="6759969"/>
            <a:ext cx="5199231" cy="3590534"/>
            <a:chOff x="0" y="0"/>
            <a:chExt cx="5199228" cy="3590531"/>
          </a:xfrm>
        </p:grpSpPr>
        <p:sp>
          <p:nvSpPr>
            <p:cNvPr name="Freeform 21" id="21"/>
            <p:cNvSpPr/>
            <p:nvPr/>
          </p:nvSpPr>
          <p:spPr>
            <a:xfrm flipH="false" flipV="false" rot="0">
              <a:off x="63500" y="63500"/>
              <a:ext cx="5072253" cy="3463544"/>
            </a:xfrm>
            <a:custGeom>
              <a:avLst/>
              <a:gdLst/>
              <a:ahLst/>
              <a:cxnLst/>
              <a:rect r="r" b="b" t="t" l="l"/>
              <a:pathLst>
                <a:path h="3463544" w="5072253">
                  <a:moveTo>
                    <a:pt x="0" y="0"/>
                  </a:moveTo>
                  <a:lnTo>
                    <a:pt x="0" y="3463544"/>
                  </a:lnTo>
                  <a:lnTo>
                    <a:pt x="5072253" y="3463544"/>
                  </a:lnTo>
                  <a:lnTo>
                    <a:pt x="5072253" y="0"/>
                  </a:lnTo>
                  <a:close/>
                </a:path>
              </a:pathLst>
            </a:custGeom>
            <a:solidFill>
              <a:srgbClr val="000000">
                <a:alpha val="0"/>
              </a:srgbClr>
            </a:solidFill>
          </p:spPr>
        </p:sp>
        <p:sp>
          <p:nvSpPr>
            <p:cNvPr name="Freeform 22" id="22"/>
            <p:cNvSpPr/>
            <p:nvPr/>
          </p:nvSpPr>
          <p:spPr>
            <a:xfrm flipH="false" flipV="false" rot="0">
              <a:off x="202819" y="1086993"/>
              <a:ext cx="539242" cy="38100"/>
            </a:xfrm>
            <a:custGeom>
              <a:avLst/>
              <a:gdLst/>
              <a:ahLst/>
              <a:cxnLst/>
              <a:rect r="r" b="b" t="t" l="l"/>
              <a:pathLst>
                <a:path h="38100" w="539242">
                  <a:moveTo>
                    <a:pt x="0" y="38100"/>
                  </a:moveTo>
                  <a:lnTo>
                    <a:pt x="539242" y="38100"/>
                  </a:lnTo>
                  <a:lnTo>
                    <a:pt x="539242" y="0"/>
                  </a:lnTo>
                  <a:lnTo>
                    <a:pt x="0" y="0"/>
                  </a:lnTo>
                  <a:close/>
                </a:path>
              </a:pathLst>
            </a:custGeom>
            <a:solidFill>
              <a:srgbClr val="000000">
                <a:alpha val="0"/>
              </a:srgbClr>
            </a:solidFill>
          </p:spPr>
        </p:sp>
      </p:grpSp>
      <p:sp>
        <p:nvSpPr>
          <p:cNvPr name="TextBox 23" id="23"/>
          <p:cNvSpPr txBox="true"/>
          <p:nvPr/>
        </p:nvSpPr>
        <p:spPr>
          <a:xfrm rot="0">
            <a:off x="15233094" y="3498847"/>
            <a:ext cx="15365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3</a:t>
            </a:r>
          </a:p>
        </p:txBody>
      </p:sp>
      <p:sp>
        <p:nvSpPr>
          <p:cNvPr name="TextBox 24" id="24"/>
          <p:cNvSpPr txBox="true"/>
          <p:nvPr/>
        </p:nvSpPr>
        <p:spPr>
          <a:xfrm rot="0">
            <a:off x="15233685" y="4251322"/>
            <a:ext cx="152495"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4</a:t>
            </a:r>
          </a:p>
        </p:txBody>
      </p:sp>
      <p:sp>
        <p:nvSpPr>
          <p:cNvPr name="TextBox 25" id="25"/>
          <p:cNvSpPr txBox="true"/>
          <p:nvPr/>
        </p:nvSpPr>
        <p:spPr>
          <a:xfrm rot="0">
            <a:off x="15233980" y="5003797"/>
            <a:ext cx="151790"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5</a:t>
            </a:r>
          </a:p>
        </p:txBody>
      </p:sp>
      <p:sp>
        <p:nvSpPr>
          <p:cNvPr name="TextBox 26" id="26"/>
          <p:cNvSpPr txBox="true"/>
          <p:nvPr/>
        </p:nvSpPr>
        <p:spPr>
          <a:xfrm rot="0">
            <a:off x="15234580" y="2746372"/>
            <a:ext cx="150628"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2</a:t>
            </a:r>
          </a:p>
        </p:txBody>
      </p:sp>
      <p:sp>
        <p:nvSpPr>
          <p:cNvPr name="TextBox 27" id="27"/>
          <p:cNvSpPr txBox="true"/>
          <p:nvPr/>
        </p:nvSpPr>
        <p:spPr>
          <a:xfrm rot="0">
            <a:off x="15258983" y="1993897"/>
            <a:ext cx="10072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a:t>
            </a:r>
          </a:p>
        </p:txBody>
      </p:sp>
      <p:sp>
        <p:nvSpPr>
          <p:cNvPr name="TextBox 28" id="28"/>
          <p:cNvSpPr txBox="true"/>
          <p:nvPr/>
        </p:nvSpPr>
        <p:spPr>
          <a:xfrm rot="0">
            <a:off x="14623637" y="1241422"/>
            <a:ext cx="1396927" cy="314535"/>
          </a:xfrm>
          <a:prstGeom prst="rect">
            <a:avLst/>
          </a:prstGeom>
        </p:spPr>
        <p:txBody>
          <a:bodyPr anchor="t" rtlCol="false" tIns="0" lIns="0" bIns="0" rIns="0">
            <a:spAutoFit/>
          </a:bodyPr>
          <a:lstStyle/>
          <a:p>
            <a:pPr algn="l">
              <a:lnSpc>
                <a:spcPts val="2520"/>
              </a:lnSpc>
            </a:pPr>
            <a:r>
              <a:rPr lang="en-US" b="true" sz="1800">
                <a:solidFill>
                  <a:srgbClr val="000000"/>
                </a:solidFill>
                <a:latin typeface="Open Sauce Bold"/>
                <a:ea typeface="Open Sauce Bold"/>
                <a:cs typeface="Open Sauce Bold"/>
                <a:sym typeface="Open Sauce Bold"/>
              </a:rPr>
              <a:t>Study hours</a:t>
            </a:r>
          </a:p>
        </p:txBody>
      </p:sp>
      <p:sp>
        <p:nvSpPr>
          <p:cNvPr name="TextBox 29" id="29"/>
          <p:cNvSpPr txBox="true"/>
          <p:nvPr/>
        </p:nvSpPr>
        <p:spPr>
          <a:xfrm rot="0">
            <a:off x="17186758" y="3498847"/>
            <a:ext cx="10072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a:t>
            </a:r>
          </a:p>
        </p:txBody>
      </p:sp>
      <p:sp>
        <p:nvSpPr>
          <p:cNvPr name="TextBox 30" id="30"/>
          <p:cNvSpPr txBox="true"/>
          <p:nvPr/>
        </p:nvSpPr>
        <p:spPr>
          <a:xfrm rot="0">
            <a:off x="17186758" y="4251322"/>
            <a:ext cx="10072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a:t>
            </a:r>
          </a:p>
        </p:txBody>
      </p:sp>
      <p:sp>
        <p:nvSpPr>
          <p:cNvPr name="TextBox 31" id="31"/>
          <p:cNvSpPr txBox="true"/>
          <p:nvPr/>
        </p:nvSpPr>
        <p:spPr>
          <a:xfrm rot="0">
            <a:off x="17186758" y="5003797"/>
            <a:ext cx="100727"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1</a:t>
            </a:r>
          </a:p>
        </p:txBody>
      </p:sp>
      <p:sp>
        <p:nvSpPr>
          <p:cNvPr name="TextBox 32" id="32"/>
          <p:cNvSpPr txBox="true"/>
          <p:nvPr/>
        </p:nvSpPr>
        <p:spPr>
          <a:xfrm rot="0">
            <a:off x="17160707" y="1993897"/>
            <a:ext cx="153895"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0</a:t>
            </a:r>
          </a:p>
        </p:txBody>
      </p:sp>
      <p:sp>
        <p:nvSpPr>
          <p:cNvPr name="TextBox 33" id="33"/>
          <p:cNvSpPr txBox="true"/>
          <p:nvPr/>
        </p:nvSpPr>
        <p:spPr>
          <a:xfrm rot="0">
            <a:off x="17160707" y="2746372"/>
            <a:ext cx="153895" cy="314535"/>
          </a:xfrm>
          <a:prstGeom prst="rect">
            <a:avLst/>
          </a:prstGeom>
        </p:spPr>
        <p:txBody>
          <a:bodyPr anchor="t" rtlCol="false" tIns="0" lIns="0" bIns="0" rIns="0">
            <a:spAutoFit/>
          </a:bodyPr>
          <a:lstStyle/>
          <a:p>
            <a:pPr algn="l">
              <a:lnSpc>
                <a:spcPts val="2520"/>
              </a:lnSpc>
            </a:pPr>
            <a:r>
              <a:rPr lang="en-US" sz="1800">
                <a:solidFill>
                  <a:srgbClr val="000000"/>
                </a:solidFill>
                <a:latin typeface="Open Sauce"/>
                <a:ea typeface="Open Sauce"/>
                <a:cs typeface="Open Sauce"/>
                <a:sym typeface="Open Sauce"/>
              </a:rPr>
              <a:t>0</a:t>
            </a:r>
          </a:p>
        </p:txBody>
      </p:sp>
      <p:sp>
        <p:nvSpPr>
          <p:cNvPr name="TextBox 34" id="34"/>
          <p:cNvSpPr txBox="true"/>
          <p:nvPr/>
        </p:nvSpPr>
        <p:spPr>
          <a:xfrm rot="0">
            <a:off x="16874661" y="1241422"/>
            <a:ext cx="737521" cy="314535"/>
          </a:xfrm>
          <a:prstGeom prst="rect">
            <a:avLst/>
          </a:prstGeom>
        </p:spPr>
        <p:txBody>
          <a:bodyPr anchor="t" rtlCol="false" tIns="0" lIns="0" bIns="0" rIns="0">
            <a:spAutoFit/>
          </a:bodyPr>
          <a:lstStyle/>
          <a:p>
            <a:pPr algn="l">
              <a:lnSpc>
                <a:spcPts val="2520"/>
              </a:lnSpc>
            </a:pPr>
            <a:r>
              <a:rPr lang="en-US" b="true" sz="1800">
                <a:solidFill>
                  <a:srgbClr val="000000"/>
                </a:solidFill>
                <a:latin typeface="Open Sauce Bold"/>
                <a:ea typeface="Open Sauce Bold"/>
                <a:cs typeface="Open Sauce Bold"/>
                <a:sym typeface="Open Sauce Bold"/>
              </a:rPr>
              <a:t>Result</a:t>
            </a:r>
          </a:p>
        </p:txBody>
      </p:sp>
      <p:sp>
        <p:nvSpPr>
          <p:cNvPr name="TextBox 35" id="35"/>
          <p:cNvSpPr txBox="true"/>
          <p:nvPr/>
        </p:nvSpPr>
        <p:spPr>
          <a:xfrm rot="0">
            <a:off x="2723979" y="8473430"/>
            <a:ext cx="240459"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0</a:t>
            </a:r>
          </a:p>
        </p:txBody>
      </p:sp>
      <p:sp>
        <p:nvSpPr>
          <p:cNvPr name="TextBox 36" id="36"/>
          <p:cNvSpPr txBox="true"/>
          <p:nvPr/>
        </p:nvSpPr>
        <p:spPr>
          <a:xfrm rot="0">
            <a:off x="2723979" y="6502098"/>
            <a:ext cx="157391"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1</a:t>
            </a:r>
          </a:p>
        </p:txBody>
      </p:sp>
      <p:sp>
        <p:nvSpPr>
          <p:cNvPr name="TextBox 37" id="37"/>
          <p:cNvSpPr txBox="true"/>
          <p:nvPr/>
        </p:nvSpPr>
        <p:spPr>
          <a:xfrm rot="0">
            <a:off x="2836993" y="3451584"/>
            <a:ext cx="240459"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0</a:t>
            </a:r>
          </a:p>
        </p:txBody>
      </p:sp>
      <p:sp>
        <p:nvSpPr>
          <p:cNvPr name="TextBox 38" id="38"/>
          <p:cNvSpPr txBox="true"/>
          <p:nvPr/>
        </p:nvSpPr>
        <p:spPr>
          <a:xfrm rot="0">
            <a:off x="2836993" y="1479013"/>
            <a:ext cx="157391"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1</a:t>
            </a:r>
          </a:p>
        </p:txBody>
      </p:sp>
      <p:sp>
        <p:nvSpPr>
          <p:cNvPr name="TextBox 39" id="39"/>
          <p:cNvSpPr txBox="true"/>
          <p:nvPr/>
        </p:nvSpPr>
        <p:spPr>
          <a:xfrm rot="0">
            <a:off x="3860178" y="9682143"/>
            <a:ext cx="157391"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1</a:t>
            </a:r>
          </a:p>
        </p:txBody>
      </p:sp>
      <p:sp>
        <p:nvSpPr>
          <p:cNvPr name="TextBox 40" id="40"/>
          <p:cNvSpPr txBox="true"/>
          <p:nvPr/>
        </p:nvSpPr>
        <p:spPr>
          <a:xfrm rot="0">
            <a:off x="3973192" y="4660297"/>
            <a:ext cx="157391"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1</a:t>
            </a:r>
          </a:p>
        </p:txBody>
      </p:sp>
      <p:sp>
        <p:nvSpPr>
          <p:cNvPr name="TextBox 41" id="41"/>
          <p:cNvSpPr txBox="true"/>
          <p:nvPr/>
        </p:nvSpPr>
        <p:spPr>
          <a:xfrm rot="0">
            <a:off x="4645009" y="9682143"/>
            <a:ext cx="235363"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2</a:t>
            </a:r>
          </a:p>
        </p:txBody>
      </p:sp>
      <p:sp>
        <p:nvSpPr>
          <p:cNvPr name="TextBox 42" id="42"/>
          <p:cNvSpPr txBox="true"/>
          <p:nvPr/>
        </p:nvSpPr>
        <p:spPr>
          <a:xfrm rot="0">
            <a:off x="4758023" y="4660297"/>
            <a:ext cx="235363"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2</a:t>
            </a:r>
          </a:p>
        </p:txBody>
      </p:sp>
      <p:sp>
        <p:nvSpPr>
          <p:cNvPr name="TextBox 43" id="43"/>
          <p:cNvSpPr txBox="true"/>
          <p:nvPr/>
        </p:nvSpPr>
        <p:spPr>
          <a:xfrm rot="0">
            <a:off x="5429850" y="9682143"/>
            <a:ext cx="240097"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3</a:t>
            </a:r>
          </a:p>
        </p:txBody>
      </p:sp>
      <p:sp>
        <p:nvSpPr>
          <p:cNvPr name="TextBox 44" id="44"/>
          <p:cNvSpPr txBox="true"/>
          <p:nvPr/>
        </p:nvSpPr>
        <p:spPr>
          <a:xfrm rot="0">
            <a:off x="5542864" y="4660297"/>
            <a:ext cx="240097"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3</a:t>
            </a:r>
          </a:p>
        </p:txBody>
      </p:sp>
      <p:sp>
        <p:nvSpPr>
          <p:cNvPr name="TextBox 45" id="45"/>
          <p:cNvSpPr txBox="true"/>
          <p:nvPr/>
        </p:nvSpPr>
        <p:spPr>
          <a:xfrm rot="0">
            <a:off x="6234084" y="9682143"/>
            <a:ext cx="238277"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4</a:t>
            </a:r>
          </a:p>
        </p:txBody>
      </p:sp>
      <p:sp>
        <p:nvSpPr>
          <p:cNvPr name="TextBox 46" id="46"/>
          <p:cNvSpPr txBox="true"/>
          <p:nvPr/>
        </p:nvSpPr>
        <p:spPr>
          <a:xfrm rot="0">
            <a:off x="6347098" y="4660297"/>
            <a:ext cx="238277"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4</a:t>
            </a:r>
          </a:p>
        </p:txBody>
      </p:sp>
      <p:sp>
        <p:nvSpPr>
          <p:cNvPr name="TextBox 47" id="47"/>
          <p:cNvSpPr txBox="true"/>
          <p:nvPr/>
        </p:nvSpPr>
        <p:spPr>
          <a:xfrm rot="0">
            <a:off x="6874526" y="9682143"/>
            <a:ext cx="237182"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5</a:t>
            </a:r>
          </a:p>
        </p:txBody>
      </p:sp>
      <p:sp>
        <p:nvSpPr>
          <p:cNvPr name="TextBox 48" id="48"/>
          <p:cNvSpPr txBox="true"/>
          <p:nvPr/>
        </p:nvSpPr>
        <p:spPr>
          <a:xfrm rot="0">
            <a:off x="6987540" y="4660297"/>
            <a:ext cx="237182" cy="489080"/>
          </a:xfrm>
          <a:prstGeom prst="rect">
            <a:avLst/>
          </a:prstGeom>
        </p:spPr>
        <p:txBody>
          <a:bodyPr anchor="t" rtlCol="false" tIns="0" lIns="0" bIns="0" rIns="0">
            <a:spAutoFit/>
          </a:bodyPr>
          <a:lstStyle/>
          <a:p>
            <a:pPr algn="l">
              <a:lnSpc>
                <a:spcPts val="3937"/>
              </a:lnSpc>
            </a:pPr>
            <a:r>
              <a:rPr lang="en-US" sz="2812">
                <a:solidFill>
                  <a:srgbClr val="2B1F17"/>
                </a:solidFill>
                <a:latin typeface="Open Sauce"/>
                <a:ea typeface="Open Sauce"/>
                <a:cs typeface="Open Sauce"/>
                <a:sym typeface="Open Sauce"/>
              </a:rPr>
              <a:t>5</a:t>
            </a:r>
          </a:p>
        </p:txBody>
      </p:sp>
      <p:sp>
        <p:nvSpPr>
          <p:cNvPr name="TextBox 49" id="49"/>
          <p:cNvSpPr txBox="true"/>
          <p:nvPr/>
        </p:nvSpPr>
        <p:spPr>
          <a:xfrm rot="0">
            <a:off x="10463193" y="2803674"/>
            <a:ext cx="1954997" cy="489080"/>
          </a:xfrm>
          <a:prstGeom prst="rect">
            <a:avLst/>
          </a:prstGeom>
        </p:spPr>
        <p:txBody>
          <a:bodyPr anchor="t" rtlCol="false" tIns="0" lIns="0" bIns="0" rIns="0">
            <a:spAutoFit/>
          </a:bodyPr>
          <a:lstStyle/>
          <a:p>
            <a:pPr algn="l">
              <a:lnSpc>
                <a:spcPts val="3937"/>
              </a:lnSpc>
            </a:pPr>
            <a:r>
              <a:rPr lang="en-US" sz="2812" spc="275">
                <a:solidFill>
                  <a:srgbClr val="2B1F17"/>
                </a:solidFill>
                <a:latin typeface="Open Sauce"/>
                <a:ea typeface="Open Sauce"/>
                <a:cs typeface="Open Sauce"/>
                <a:sym typeface="Open Sauce"/>
              </a:rPr>
              <a:t>y = mx +c</a:t>
            </a:r>
          </a:p>
        </p:txBody>
      </p:sp>
      <p:sp>
        <p:nvSpPr>
          <p:cNvPr name="TextBox 50" id="50"/>
          <p:cNvSpPr txBox="true"/>
          <p:nvPr/>
        </p:nvSpPr>
        <p:spPr>
          <a:xfrm rot="0">
            <a:off x="2595334" y="7478906"/>
            <a:ext cx="492385" cy="372618"/>
          </a:xfrm>
          <a:prstGeom prst="rect">
            <a:avLst/>
          </a:prstGeom>
        </p:spPr>
        <p:txBody>
          <a:bodyPr anchor="t" rtlCol="false" tIns="0" lIns="0" bIns="0" rIns="0">
            <a:spAutoFit/>
          </a:bodyPr>
          <a:lstStyle/>
          <a:p>
            <a:pPr algn="l">
              <a:lnSpc>
                <a:spcPts val="3049"/>
              </a:lnSpc>
            </a:pPr>
            <a:r>
              <a:rPr lang="en-US" sz="2178" spc="213">
                <a:solidFill>
                  <a:srgbClr val="2B1F17"/>
                </a:solidFill>
                <a:latin typeface="Open Sauce"/>
                <a:ea typeface="Open Sauce"/>
                <a:cs typeface="Open Sauce"/>
                <a:sym typeface="Open Sauce"/>
              </a:rPr>
              <a:t>0.5</a:t>
            </a:r>
          </a:p>
        </p:txBody>
      </p:sp>
      <p:sp>
        <p:nvSpPr>
          <p:cNvPr name="TextBox 51" id="51"/>
          <p:cNvSpPr txBox="true"/>
          <p:nvPr/>
        </p:nvSpPr>
        <p:spPr>
          <a:xfrm rot="0">
            <a:off x="2708348" y="2457059"/>
            <a:ext cx="492385" cy="372618"/>
          </a:xfrm>
          <a:prstGeom prst="rect">
            <a:avLst/>
          </a:prstGeom>
        </p:spPr>
        <p:txBody>
          <a:bodyPr anchor="t" rtlCol="false" tIns="0" lIns="0" bIns="0" rIns="0">
            <a:spAutoFit/>
          </a:bodyPr>
          <a:lstStyle/>
          <a:p>
            <a:pPr algn="l">
              <a:lnSpc>
                <a:spcPts val="3049"/>
              </a:lnSpc>
            </a:pPr>
            <a:r>
              <a:rPr lang="en-US" sz="2178" spc="213">
                <a:solidFill>
                  <a:srgbClr val="2B1F17"/>
                </a:solidFill>
                <a:latin typeface="Open Sauce"/>
                <a:ea typeface="Open Sauce"/>
                <a:cs typeface="Open Sauce"/>
                <a:sym typeface="Open Sauce"/>
              </a:rPr>
              <a:t>0.5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E7D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76200" y="5004930"/>
            <a:ext cx="3873903" cy="5358270"/>
            <a:chOff x="0" y="0"/>
            <a:chExt cx="3873906" cy="5358270"/>
          </a:xfrm>
        </p:grpSpPr>
        <p:sp>
          <p:nvSpPr>
            <p:cNvPr name="Freeform 3" id="3"/>
            <p:cNvSpPr/>
            <p:nvPr/>
          </p:nvSpPr>
          <p:spPr>
            <a:xfrm flipH="false" flipV="false" rot="0">
              <a:off x="76200" y="706628"/>
              <a:ext cx="3276473" cy="4575429"/>
            </a:xfrm>
            <a:custGeom>
              <a:avLst/>
              <a:gdLst/>
              <a:ahLst/>
              <a:cxnLst/>
              <a:rect r="r" b="b" t="t" l="l"/>
              <a:pathLst>
                <a:path h="4575429" w="3276473">
                  <a:moveTo>
                    <a:pt x="0" y="0"/>
                  </a:moveTo>
                  <a:lnTo>
                    <a:pt x="0" y="4575429"/>
                  </a:lnTo>
                  <a:lnTo>
                    <a:pt x="3276473" y="4575429"/>
                  </a:lnTo>
                  <a:lnTo>
                    <a:pt x="0" y="0"/>
                  </a:lnTo>
                  <a:close/>
                </a:path>
              </a:pathLst>
            </a:custGeom>
            <a:solidFill>
              <a:srgbClr val="33231B"/>
            </a:solidFill>
          </p:spPr>
        </p:sp>
        <p:sp>
          <p:nvSpPr>
            <p:cNvPr name="Freeform 4" id="4"/>
            <p:cNvSpPr/>
            <p:nvPr/>
          </p:nvSpPr>
          <p:spPr>
            <a:xfrm flipH="false" flipV="false" rot="0">
              <a:off x="76200" y="710311"/>
              <a:ext cx="2648077" cy="4571746"/>
            </a:xfrm>
            <a:custGeom>
              <a:avLst/>
              <a:gdLst/>
              <a:ahLst/>
              <a:cxnLst/>
              <a:rect r="r" b="b" t="t" l="l"/>
              <a:pathLst>
                <a:path h="4571746" w="2648077">
                  <a:moveTo>
                    <a:pt x="0" y="0"/>
                  </a:moveTo>
                  <a:lnTo>
                    <a:pt x="0" y="4571746"/>
                  </a:lnTo>
                  <a:lnTo>
                    <a:pt x="2648077" y="4571746"/>
                  </a:lnTo>
                  <a:lnTo>
                    <a:pt x="0" y="0"/>
                  </a:lnTo>
                  <a:close/>
                </a:path>
              </a:pathLst>
            </a:custGeom>
            <a:solidFill>
              <a:srgbClr val="36302C"/>
            </a:solidFill>
          </p:spPr>
        </p:sp>
        <p:sp>
          <p:nvSpPr>
            <p:cNvPr name="Freeform 5" id="5"/>
            <p:cNvSpPr/>
            <p:nvPr/>
          </p:nvSpPr>
          <p:spPr>
            <a:xfrm flipH="false" flipV="false" rot="0">
              <a:off x="76200" y="706628"/>
              <a:ext cx="3276219" cy="4575429"/>
            </a:xfrm>
            <a:custGeom>
              <a:avLst/>
              <a:gdLst/>
              <a:ahLst/>
              <a:cxnLst/>
              <a:rect r="r" b="b" t="t" l="l"/>
              <a:pathLst>
                <a:path h="4575429" w="3276219">
                  <a:moveTo>
                    <a:pt x="0" y="0"/>
                  </a:moveTo>
                  <a:lnTo>
                    <a:pt x="0" y="70485"/>
                  </a:lnTo>
                  <a:lnTo>
                    <a:pt x="2643251" y="4575429"/>
                  </a:lnTo>
                  <a:lnTo>
                    <a:pt x="3276219" y="4575429"/>
                  </a:lnTo>
                  <a:lnTo>
                    <a:pt x="0" y="0"/>
                  </a:lnTo>
                  <a:close/>
                </a:path>
              </a:pathLst>
            </a:custGeom>
            <a:solidFill>
              <a:srgbClr val="BA957C"/>
            </a:solidFill>
          </p:spPr>
        </p:sp>
      </p:grpSp>
      <p:sp>
        <p:nvSpPr>
          <p:cNvPr name="Freeform 6" id="6"/>
          <p:cNvSpPr/>
          <p:nvPr/>
        </p:nvSpPr>
        <p:spPr>
          <a:xfrm flipH="false" flipV="false" rot="0">
            <a:off x="6649079" y="286331"/>
            <a:ext cx="4278525" cy="1484728"/>
          </a:xfrm>
          <a:custGeom>
            <a:avLst/>
            <a:gdLst/>
            <a:ahLst/>
            <a:cxnLst/>
            <a:rect r="r" b="b" t="t" l="l"/>
            <a:pathLst>
              <a:path h="1484728" w="4278525">
                <a:moveTo>
                  <a:pt x="0" y="0"/>
                </a:moveTo>
                <a:lnTo>
                  <a:pt x="4278525" y="0"/>
                </a:lnTo>
                <a:lnTo>
                  <a:pt x="4278525" y="1484728"/>
                </a:lnTo>
                <a:lnTo>
                  <a:pt x="0" y="1484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a:grpSpLocks noChangeAspect="true"/>
          </p:cNvGrpSpPr>
          <p:nvPr/>
        </p:nvGrpSpPr>
        <p:grpSpPr>
          <a:xfrm rot="0">
            <a:off x="2985240" y="-76200"/>
            <a:ext cx="15378960" cy="5321503"/>
            <a:chOff x="0" y="0"/>
            <a:chExt cx="15378963" cy="5321503"/>
          </a:xfrm>
        </p:grpSpPr>
        <p:sp>
          <p:nvSpPr>
            <p:cNvPr name="Freeform 8" id="8"/>
            <p:cNvSpPr/>
            <p:nvPr/>
          </p:nvSpPr>
          <p:spPr>
            <a:xfrm flipH="false" flipV="false" rot="0">
              <a:off x="12020931" y="76200"/>
              <a:ext cx="3281935" cy="4588764"/>
            </a:xfrm>
            <a:custGeom>
              <a:avLst/>
              <a:gdLst/>
              <a:ahLst/>
              <a:cxnLst/>
              <a:rect r="r" b="b" t="t" l="l"/>
              <a:pathLst>
                <a:path h="4588764" w="3281935">
                  <a:moveTo>
                    <a:pt x="0" y="0"/>
                  </a:moveTo>
                  <a:lnTo>
                    <a:pt x="3263773" y="4557522"/>
                  </a:lnTo>
                  <a:lnTo>
                    <a:pt x="3281935" y="4588764"/>
                  </a:lnTo>
                  <a:lnTo>
                    <a:pt x="3281935" y="0"/>
                  </a:lnTo>
                  <a:close/>
                </a:path>
              </a:pathLst>
            </a:custGeom>
            <a:solidFill>
              <a:srgbClr val="33231B"/>
            </a:solidFill>
          </p:spPr>
        </p:sp>
        <p:sp>
          <p:nvSpPr>
            <p:cNvPr name="Freeform 9" id="9"/>
            <p:cNvSpPr/>
            <p:nvPr/>
          </p:nvSpPr>
          <p:spPr>
            <a:xfrm flipH="false" flipV="false" rot="0">
              <a:off x="12644755" y="76200"/>
              <a:ext cx="2657983" cy="4588764"/>
            </a:xfrm>
            <a:custGeom>
              <a:avLst/>
              <a:gdLst/>
              <a:ahLst/>
              <a:cxnLst/>
              <a:rect r="r" b="b" t="t" l="l"/>
              <a:pathLst>
                <a:path h="4588764" w="2657983">
                  <a:moveTo>
                    <a:pt x="0" y="0"/>
                  </a:moveTo>
                  <a:lnTo>
                    <a:pt x="2639822" y="4557522"/>
                  </a:lnTo>
                  <a:lnTo>
                    <a:pt x="2657984" y="4588764"/>
                  </a:lnTo>
                  <a:lnTo>
                    <a:pt x="2657984" y="0"/>
                  </a:lnTo>
                  <a:close/>
                </a:path>
              </a:pathLst>
            </a:custGeom>
            <a:solidFill>
              <a:srgbClr val="36302C"/>
            </a:solidFill>
          </p:spPr>
        </p:sp>
        <p:sp>
          <p:nvSpPr>
            <p:cNvPr name="Freeform 10" id="10"/>
            <p:cNvSpPr/>
            <p:nvPr/>
          </p:nvSpPr>
          <p:spPr>
            <a:xfrm flipH="false" flipV="false" rot="0">
              <a:off x="12021185" y="76200"/>
              <a:ext cx="3281554" cy="4588764"/>
            </a:xfrm>
            <a:custGeom>
              <a:avLst/>
              <a:gdLst/>
              <a:ahLst/>
              <a:cxnLst/>
              <a:rect r="r" b="b" t="t" l="l"/>
              <a:pathLst>
                <a:path h="4588764" w="3281554">
                  <a:moveTo>
                    <a:pt x="0" y="0"/>
                  </a:moveTo>
                  <a:lnTo>
                    <a:pt x="3263392" y="4557522"/>
                  </a:lnTo>
                  <a:lnTo>
                    <a:pt x="3281554" y="4588764"/>
                  </a:lnTo>
                  <a:lnTo>
                    <a:pt x="3281554" y="4521327"/>
                  </a:lnTo>
                  <a:lnTo>
                    <a:pt x="628650" y="0"/>
                  </a:lnTo>
                  <a:close/>
                </a:path>
              </a:pathLst>
            </a:custGeom>
            <a:solidFill>
              <a:srgbClr val="BA957C"/>
            </a:solidFill>
          </p:spPr>
        </p:sp>
        <p:sp>
          <p:nvSpPr>
            <p:cNvPr name="Freeform 11" id="11"/>
            <p:cNvSpPr/>
            <p:nvPr/>
          </p:nvSpPr>
          <p:spPr>
            <a:xfrm flipH="false" flipV="false" rot="0">
              <a:off x="63500" y="3114802"/>
              <a:ext cx="12190476" cy="38100"/>
            </a:xfrm>
            <a:custGeom>
              <a:avLst/>
              <a:gdLst/>
              <a:ahLst/>
              <a:cxnLst/>
              <a:rect r="r" b="b" t="t" l="l"/>
              <a:pathLst>
                <a:path h="38100" w="12190476">
                  <a:moveTo>
                    <a:pt x="0" y="0"/>
                  </a:moveTo>
                  <a:lnTo>
                    <a:pt x="12190476" y="0"/>
                  </a:lnTo>
                  <a:lnTo>
                    <a:pt x="12190476" y="38100"/>
                  </a:lnTo>
                  <a:lnTo>
                    <a:pt x="0" y="38100"/>
                  </a:lnTo>
                  <a:close/>
                </a:path>
              </a:pathLst>
            </a:custGeom>
            <a:solidFill>
              <a:srgbClr val="000000"/>
            </a:solidFill>
          </p:spPr>
        </p:sp>
      </p:grpSp>
      <p:sp>
        <p:nvSpPr>
          <p:cNvPr name="Freeform 12" id="12"/>
          <p:cNvSpPr/>
          <p:nvPr/>
        </p:nvSpPr>
        <p:spPr>
          <a:xfrm flipH="false" flipV="false" rot="0">
            <a:off x="1679905" y="4469768"/>
            <a:ext cx="3248025" cy="3248025"/>
          </a:xfrm>
          <a:custGeom>
            <a:avLst/>
            <a:gdLst/>
            <a:ahLst/>
            <a:cxnLst/>
            <a:rect r="r" b="b" t="t" l="l"/>
            <a:pathLst>
              <a:path h="3248025" w="3248025">
                <a:moveTo>
                  <a:pt x="0" y="0"/>
                </a:moveTo>
                <a:lnTo>
                  <a:pt x="3248025" y="0"/>
                </a:lnTo>
                <a:lnTo>
                  <a:pt x="3248025" y="3248025"/>
                </a:lnTo>
                <a:lnTo>
                  <a:pt x="0" y="3248025"/>
                </a:lnTo>
                <a:lnTo>
                  <a:pt x="0" y="0"/>
                </a:lnTo>
                <a:close/>
              </a:path>
            </a:pathLst>
          </a:custGeom>
          <a:blipFill>
            <a:blip r:embed="rId4"/>
            <a:stretch>
              <a:fillRect l="0" t="0" r="0" b="0"/>
            </a:stretch>
          </a:blipFill>
        </p:spPr>
      </p:sp>
      <p:sp>
        <p:nvSpPr>
          <p:cNvPr name="Freeform 13" id="13"/>
          <p:cNvSpPr/>
          <p:nvPr/>
        </p:nvSpPr>
        <p:spPr>
          <a:xfrm flipH="false" flipV="false" rot="0">
            <a:off x="7556830" y="4469768"/>
            <a:ext cx="3143250" cy="3286125"/>
          </a:xfrm>
          <a:custGeom>
            <a:avLst/>
            <a:gdLst/>
            <a:ahLst/>
            <a:cxnLst/>
            <a:rect r="r" b="b" t="t" l="l"/>
            <a:pathLst>
              <a:path h="3286125" w="3143250">
                <a:moveTo>
                  <a:pt x="0" y="0"/>
                </a:moveTo>
                <a:lnTo>
                  <a:pt x="3143250" y="0"/>
                </a:lnTo>
                <a:lnTo>
                  <a:pt x="3143250" y="3286125"/>
                </a:lnTo>
                <a:lnTo>
                  <a:pt x="0" y="3286125"/>
                </a:lnTo>
                <a:lnTo>
                  <a:pt x="0" y="0"/>
                </a:lnTo>
                <a:close/>
              </a:path>
            </a:pathLst>
          </a:custGeom>
          <a:blipFill>
            <a:blip r:embed="rId5"/>
            <a:stretch>
              <a:fillRect l="0" t="0" r="0" b="0"/>
            </a:stretch>
          </a:blipFill>
        </p:spPr>
      </p:sp>
      <p:sp>
        <p:nvSpPr>
          <p:cNvPr name="Freeform 14" id="14"/>
          <p:cNvSpPr/>
          <p:nvPr/>
        </p:nvSpPr>
        <p:spPr>
          <a:xfrm flipH="false" flipV="false" rot="0">
            <a:off x="13615940" y="4563332"/>
            <a:ext cx="3209925" cy="3067050"/>
          </a:xfrm>
          <a:custGeom>
            <a:avLst/>
            <a:gdLst/>
            <a:ahLst/>
            <a:cxnLst/>
            <a:rect r="r" b="b" t="t" l="l"/>
            <a:pathLst>
              <a:path h="3067050" w="3209925">
                <a:moveTo>
                  <a:pt x="0" y="0"/>
                </a:moveTo>
                <a:lnTo>
                  <a:pt x="3209925" y="0"/>
                </a:lnTo>
                <a:lnTo>
                  <a:pt x="3209925" y="3067050"/>
                </a:lnTo>
                <a:lnTo>
                  <a:pt x="0" y="3067050"/>
                </a:lnTo>
                <a:lnTo>
                  <a:pt x="0" y="0"/>
                </a:lnTo>
                <a:close/>
              </a:path>
            </a:pathLst>
          </a:custGeom>
          <a:blipFill>
            <a:blip r:embed="rId6"/>
            <a:stretch>
              <a:fillRect l="0" t="0" r="0" b="0"/>
            </a:stretch>
          </a:blipFill>
        </p:spPr>
      </p:sp>
      <p:grpSp>
        <p:nvGrpSpPr>
          <p:cNvPr name="Group 15" id="15"/>
          <p:cNvGrpSpPr>
            <a:grpSpLocks noChangeAspect="true"/>
          </p:cNvGrpSpPr>
          <p:nvPr/>
        </p:nvGrpSpPr>
        <p:grpSpPr>
          <a:xfrm rot="0">
            <a:off x="2928071" y="2994193"/>
            <a:ext cx="279444" cy="1346083"/>
            <a:chOff x="0" y="0"/>
            <a:chExt cx="279438" cy="1346086"/>
          </a:xfrm>
        </p:grpSpPr>
        <p:sp>
          <p:nvSpPr>
            <p:cNvPr name="Freeform 16" id="16"/>
            <p:cNvSpPr/>
            <p:nvPr/>
          </p:nvSpPr>
          <p:spPr>
            <a:xfrm flipH="false" flipV="false" rot="0">
              <a:off x="63526" y="1167918"/>
              <a:ext cx="152289" cy="114559"/>
            </a:xfrm>
            <a:custGeom>
              <a:avLst/>
              <a:gdLst/>
              <a:ahLst/>
              <a:cxnLst/>
              <a:rect r="r" b="b" t="t" l="l"/>
              <a:pathLst>
                <a:path h="114559" w="152289">
                  <a:moveTo>
                    <a:pt x="88747" y="110464"/>
                  </a:moveTo>
                  <a:cubicBezTo>
                    <a:pt x="80365" y="115925"/>
                    <a:pt x="71983" y="115925"/>
                    <a:pt x="63601" y="110464"/>
                  </a:cubicBezTo>
                  <a:lnTo>
                    <a:pt x="3784" y="30454"/>
                  </a:lnTo>
                  <a:cubicBezTo>
                    <a:pt x="609" y="26263"/>
                    <a:pt x="-534" y="21564"/>
                    <a:pt x="228" y="16357"/>
                  </a:cubicBezTo>
                  <a:cubicBezTo>
                    <a:pt x="990" y="11150"/>
                    <a:pt x="3403" y="6959"/>
                    <a:pt x="7594" y="3784"/>
                  </a:cubicBezTo>
                  <a:cubicBezTo>
                    <a:pt x="11785" y="609"/>
                    <a:pt x="16484" y="-534"/>
                    <a:pt x="21691" y="228"/>
                  </a:cubicBezTo>
                  <a:cubicBezTo>
                    <a:pt x="26898" y="990"/>
                    <a:pt x="31089" y="3403"/>
                    <a:pt x="34264" y="7594"/>
                  </a:cubicBezTo>
                  <a:lnTo>
                    <a:pt x="68554" y="53314"/>
                  </a:lnTo>
                  <a:cubicBezTo>
                    <a:pt x="73634" y="57886"/>
                    <a:pt x="78714" y="57886"/>
                    <a:pt x="83794" y="53314"/>
                  </a:cubicBezTo>
                  <a:lnTo>
                    <a:pt x="118084" y="7594"/>
                  </a:lnTo>
                  <a:cubicBezTo>
                    <a:pt x="121259" y="3403"/>
                    <a:pt x="125450" y="863"/>
                    <a:pt x="130657" y="228"/>
                  </a:cubicBezTo>
                  <a:cubicBezTo>
                    <a:pt x="135864" y="-407"/>
                    <a:pt x="140563" y="736"/>
                    <a:pt x="144754" y="3784"/>
                  </a:cubicBezTo>
                  <a:cubicBezTo>
                    <a:pt x="148945" y="6832"/>
                    <a:pt x="151485" y="11150"/>
                    <a:pt x="152120" y="16357"/>
                  </a:cubicBezTo>
                  <a:cubicBezTo>
                    <a:pt x="152755" y="21564"/>
                    <a:pt x="151612" y="26263"/>
                    <a:pt x="148564" y="30454"/>
                  </a:cubicBezTo>
                  <a:lnTo>
                    <a:pt x="88747" y="110464"/>
                  </a:lnTo>
                  <a:close/>
                </a:path>
              </a:pathLst>
            </a:custGeom>
            <a:solidFill>
              <a:srgbClr val="000000"/>
            </a:solidFill>
          </p:spPr>
        </p:sp>
        <p:sp>
          <p:nvSpPr>
            <p:cNvPr name="Freeform 17" id="17"/>
            <p:cNvSpPr/>
            <p:nvPr/>
          </p:nvSpPr>
          <p:spPr>
            <a:xfrm flipH="false" flipV="false" rot="0">
              <a:off x="120650" y="63500"/>
              <a:ext cx="38100" cy="1180592"/>
            </a:xfrm>
            <a:custGeom>
              <a:avLst/>
              <a:gdLst/>
              <a:ahLst/>
              <a:cxnLst/>
              <a:rect r="r" b="b" t="t" l="l"/>
              <a:pathLst>
                <a:path h="1180592" w="38100">
                  <a:moveTo>
                    <a:pt x="38100" y="0"/>
                  </a:moveTo>
                  <a:lnTo>
                    <a:pt x="38100" y="1180592"/>
                  </a:lnTo>
                  <a:lnTo>
                    <a:pt x="0" y="1180592"/>
                  </a:lnTo>
                  <a:lnTo>
                    <a:pt x="0" y="0"/>
                  </a:lnTo>
                  <a:close/>
                </a:path>
              </a:pathLst>
            </a:custGeom>
            <a:solidFill>
              <a:srgbClr val="000000"/>
            </a:solidFill>
          </p:spPr>
        </p:sp>
      </p:grpSp>
      <p:grpSp>
        <p:nvGrpSpPr>
          <p:cNvPr name="Group 18" id="18"/>
          <p:cNvGrpSpPr>
            <a:grpSpLocks noChangeAspect="true"/>
          </p:cNvGrpSpPr>
          <p:nvPr/>
        </p:nvGrpSpPr>
        <p:grpSpPr>
          <a:xfrm rot="0">
            <a:off x="8732682" y="1644063"/>
            <a:ext cx="279444" cy="2696213"/>
            <a:chOff x="0" y="0"/>
            <a:chExt cx="279438" cy="2696210"/>
          </a:xfrm>
        </p:grpSpPr>
        <p:sp>
          <p:nvSpPr>
            <p:cNvPr name="Freeform 19" id="19"/>
            <p:cNvSpPr/>
            <p:nvPr/>
          </p:nvSpPr>
          <p:spPr>
            <a:xfrm flipH="false" flipV="false" rot="0">
              <a:off x="120650" y="63500"/>
              <a:ext cx="38100" cy="1350137"/>
            </a:xfrm>
            <a:custGeom>
              <a:avLst/>
              <a:gdLst/>
              <a:ahLst/>
              <a:cxnLst/>
              <a:rect r="r" b="b" t="t" l="l"/>
              <a:pathLst>
                <a:path h="1350137" w="38100">
                  <a:moveTo>
                    <a:pt x="0" y="1350137"/>
                  </a:moveTo>
                  <a:lnTo>
                    <a:pt x="0" y="0"/>
                  </a:lnTo>
                  <a:lnTo>
                    <a:pt x="38100" y="0"/>
                  </a:lnTo>
                  <a:lnTo>
                    <a:pt x="38100" y="1350137"/>
                  </a:lnTo>
                  <a:close/>
                </a:path>
              </a:pathLst>
            </a:custGeom>
            <a:solidFill>
              <a:srgbClr val="000000"/>
            </a:solidFill>
          </p:spPr>
        </p:sp>
        <p:sp>
          <p:nvSpPr>
            <p:cNvPr name="Freeform 20" id="20"/>
            <p:cNvSpPr/>
            <p:nvPr/>
          </p:nvSpPr>
          <p:spPr>
            <a:xfrm flipH="false" flipV="false" rot="0">
              <a:off x="63526" y="2518055"/>
              <a:ext cx="152289" cy="114559"/>
            </a:xfrm>
            <a:custGeom>
              <a:avLst/>
              <a:gdLst/>
              <a:ahLst/>
              <a:cxnLst/>
              <a:rect r="r" b="b" t="t" l="l"/>
              <a:pathLst>
                <a:path h="114559" w="152289">
                  <a:moveTo>
                    <a:pt x="88747" y="110464"/>
                  </a:moveTo>
                  <a:cubicBezTo>
                    <a:pt x="80365" y="115925"/>
                    <a:pt x="71983" y="115925"/>
                    <a:pt x="63601" y="110464"/>
                  </a:cubicBezTo>
                  <a:lnTo>
                    <a:pt x="3784" y="30454"/>
                  </a:lnTo>
                  <a:cubicBezTo>
                    <a:pt x="609" y="26263"/>
                    <a:pt x="-534" y="21564"/>
                    <a:pt x="228" y="16357"/>
                  </a:cubicBezTo>
                  <a:cubicBezTo>
                    <a:pt x="990" y="11150"/>
                    <a:pt x="3403" y="6959"/>
                    <a:pt x="7594" y="3784"/>
                  </a:cubicBezTo>
                  <a:cubicBezTo>
                    <a:pt x="11785" y="609"/>
                    <a:pt x="16484" y="-534"/>
                    <a:pt x="21691" y="228"/>
                  </a:cubicBezTo>
                  <a:cubicBezTo>
                    <a:pt x="26898" y="990"/>
                    <a:pt x="31089" y="3403"/>
                    <a:pt x="34264" y="7594"/>
                  </a:cubicBezTo>
                  <a:lnTo>
                    <a:pt x="68554" y="53314"/>
                  </a:lnTo>
                  <a:cubicBezTo>
                    <a:pt x="73634" y="57886"/>
                    <a:pt x="78714" y="57886"/>
                    <a:pt x="83794" y="53314"/>
                  </a:cubicBezTo>
                  <a:lnTo>
                    <a:pt x="118084" y="7594"/>
                  </a:lnTo>
                  <a:cubicBezTo>
                    <a:pt x="121259" y="3403"/>
                    <a:pt x="125450" y="863"/>
                    <a:pt x="130657" y="228"/>
                  </a:cubicBezTo>
                  <a:cubicBezTo>
                    <a:pt x="135864" y="-407"/>
                    <a:pt x="140563" y="736"/>
                    <a:pt x="144754" y="3784"/>
                  </a:cubicBezTo>
                  <a:cubicBezTo>
                    <a:pt x="148945" y="6832"/>
                    <a:pt x="151485" y="11150"/>
                    <a:pt x="152120" y="16357"/>
                  </a:cubicBezTo>
                  <a:cubicBezTo>
                    <a:pt x="152755" y="21564"/>
                    <a:pt x="151612" y="26263"/>
                    <a:pt x="148564" y="30454"/>
                  </a:cubicBezTo>
                  <a:lnTo>
                    <a:pt x="88747" y="110464"/>
                  </a:lnTo>
                  <a:close/>
                </a:path>
              </a:pathLst>
            </a:custGeom>
            <a:solidFill>
              <a:srgbClr val="000000"/>
            </a:solidFill>
          </p:spPr>
        </p:sp>
        <p:sp>
          <p:nvSpPr>
            <p:cNvPr name="Freeform 21" id="21"/>
            <p:cNvSpPr/>
            <p:nvPr/>
          </p:nvSpPr>
          <p:spPr>
            <a:xfrm flipH="false" flipV="false" rot="0">
              <a:off x="120650" y="1413637"/>
              <a:ext cx="38100" cy="1180592"/>
            </a:xfrm>
            <a:custGeom>
              <a:avLst/>
              <a:gdLst/>
              <a:ahLst/>
              <a:cxnLst/>
              <a:rect r="r" b="b" t="t" l="l"/>
              <a:pathLst>
                <a:path h="1180592" w="38100">
                  <a:moveTo>
                    <a:pt x="38100" y="0"/>
                  </a:moveTo>
                  <a:lnTo>
                    <a:pt x="38100" y="1180592"/>
                  </a:lnTo>
                  <a:lnTo>
                    <a:pt x="0" y="1180592"/>
                  </a:lnTo>
                  <a:lnTo>
                    <a:pt x="0" y="0"/>
                  </a:lnTo>
                  <a:close/>
                </a:path>
              </a:pathLst>
            </a:custGeom>
            <a:solidFill>
              <a:srgbClr val="000000"/>
            </a:solidFill>
          </p:spPr>
        </p:sp>
      </p:grpSp>
      <p:grpSp>
        <p:nvGrpSpPr>
          <p:cNvPr name="Group 22" id="22"/>
          <p:cNvGrpSpPr>
            <a:grpSpLocks noChangeAspect="true"/>
          </p:cNvGrpSpPr>
          <p:nvPr/>
        </p:nvGrpSpPr>
        <p:grpSpPr>
          <a:xfrm rot="0">
            <a:off x="15080494" y="2994193"/>
            <a:ext cx="279444" cy="1346083"/>
            <a:chOff x="0" y="0"/>
            <a:chExt cx="279438" cy="1346086"/>
          </a:xfrm>
        </p:grpSpPr>
        <p:sp>
          <p:nvSpPr>
            <p:cNvPr name="Freeform 23" id="23"/>
            <p:cNvSpPr/>
            <p:nvPr/>
          </p:nvSpPr>
          <p:spPr>
            <a:xfrm flipH="false" flipV="false" rot="0">
              <a:off x="63526" y="1167918"/>
              <a:ext cx="152289" cy="114559"/>
            </a:xfrm>
            <a:custGeom>
              <a:avLst/>
              <a:gdLst/>
              <a:ahLst/>
              <a:cxnLst/>
              <a:rect r="r" b="b" t="t" l="l"/>
              <a:pathLst>
                <a:path h="114559" w="152289">
                  <a:moveTo>
                    <a:pt x="88747" y="110464"/>
                  </a:moveTo>
                  <a:cubicBezTo>
                    <a:pt x="80365" y="115925"/>
                    <a:pt x="71983" y="115925"/>
                    <a:pt x="63601" y="110464"/>
                  </a:cubicBezTo>
                  <a:lnTo>
                    <a:pt x="3784" y="30454"/>
                  </a:lnTo>
                  <a:cubicBezTo>
                    <a:pt x="609" y="26263"/>
                    <a:pt x="-534" y="21564"/>
                    <a:pt x="228" y="16357"/>
                  </a:cubicBezTo>
                  <a:cubicBezTo>
                    <a:pt x="990" y="11150"/>
                    <a:pt x="3403" y="6959"/>
                    <a:pt x="7594" y="3784"/>
                  </a:cubicBezTo>
                  <a:cubicBezTo>
                    <a:pt x="11785" y="609"/>
                    <a:pt x="16484" y="-534"/>
                    <a:pt x="21691" y="228"/>
                  </a:cubicBezTo>
                  <a:cubicBezTo>
                    <a:pt x="26898" y="990"/>
                    <a:pt x="31089" y="3403"/>
                    <a:pt x="34264" y="7594"/>
                  </a:cubicBezTo>
                  <a:lnTo>
                    <a:pt x="68554" y="53314"/>
                  </a:lnTo>
                  <a:cubicBezTo>
                    <a:pt x="73634" y="57886"/>
                    <a:pt x="78714" y="57886"/>
                    <a:pt x="83794" y="53314"/>
                  </a:cubicBezTo>
                  <a:lnTo>
                    <a:pt x="118084" y="7594"/>
                  </a:lnTo>
                  <a:cubicBezTo>
                    <a:pt x="121259" y="3403"/>
                    <a:pt x="125450" y="863"/>
                    <a:pt x="130657" y="228"/>
                  </a:cubicBezTo>
                  <a:cubicBezTo>
                    <a:pt x="135864" y="-407"/>
                    <a:pt x="140563" y="736"/>
                    <a:pt x="144754" y="3784"/>
                  </a:cubicBezTo>
                  <a:cubicBezTo>
                    <a:pt x="148945" y="6832"/>
                    <a:pt x="151485" y="11150"/>
                    <a:pt x="152120" y="16357"/>
                  </a:cubicBezTo>
                  <a:cubicBezTo>
                    <a:pt x="152755" y="21564"/>
                    <a:pt x="151612" y="26263"/>
                    <a:pt x="148564" y="30454"/>
                  </a:cubicBezTo>
                  <a:lnTo>
                    <a:pt x="88747" y="110464"/>
                  </a:lnTo>
                  <a:close/>
                </a:path>
              </a:pathLst>
            </a:custGeom>
            <a:solidFill>
              <a:srgbClr val="000000"/>
            </a:solidFill>
          </p:spPr>
        </p:sp>
        <p:sp>
          <p:nvSpPr>
            <p:cNvPr name="Freeform 24" id="24"/>
            <p:cNvSpPr/>
            <p:nvPr/>
          </p:nvSpPr>
          <p:spPr>
            <a:xfrm flipH="false" flipV="false" rot="0">
              <a:off x="120650" y="63500"/>
              <a:ext cx="38100" cy="1180592"/>
            </a:xfrm>
            <a:custGeom>
              <a:avLst/>
              <a:gdLst/>
              <a:ahLst/>
              <a:cxnLst/>
              <a:rect r="r" b="b" t="t" l="l"/>
              <a:pathLst>
                <a:path h="1180592" w="38100">
                  <a:moveTo>
                    <a:pt x="38100" y="0"/>
                  </a:moveTo>
                  <a:lnTo>
                    <a:pt x="38100" y="1180592"/>
                  </a:lnTo>
                  <a:lnTo>
                    <a:pt x="0" y="1180592"/>
                  </a:lnTo>
                  <a:lnTo>
                    <a:pt x="0" y="0"/>
                  </a:lnTo>
                  <a:close/>
                </a:path>
              </a:pathLst>
            </a:custGeom>
            <a:solidFill>
              <a:srgbClr val="000000"/>
            </a:solidFill>
          </p:spPr>
        </p:sp>
      </p:grpSp>
      <p:grpSp>
        <p:nvGrpSpPr>
          <p:cNvPr name="Group 25" id="25"/>
          <p:cNvGrpSpPr>
            <a:grpSpLocks noChangeAspect="true"/>
          </p:cNvGrpSpPr>
          <p:nvPr/>
        </p:nvGrpSpPr>
        <p:grpSpPr>
          <a:xfrm rot="0">
            <a:off x="0" y="5068433"/>
            <a:ext cx="3736743" cy="5218567"/>
            <a:chOff x="0" y="0"/>
            <a:chExt cx="3736746" cy="5218570"/>
          </a:xfrm>
        </p:grpSpPr>
        <p:sp>
          <p:nvSpPr>
            <p:cNvPr name="Freeform 26" id="26"/>
            <p:cNvSpPr/>
            <p:nvPr/>
          </p:nvSpPr>
          <p:spPr>
            <a:xfrm flipH="false" flipV="false" rot="0">
              <a:off x="0" y="0"/>
              <a:ext cx="3736721" cy="5218557"/>
            </a:xfrm>
            <a:custGeom>
              <a:avLst/>
              <a:gdLst/>
              <a:ahLst/>
              <a:cxnLst/>
              <a:rect r="r" b="b" t="t" l="l"/>
              <a:pathLst>
                <a:path h="5218557" w="3736721">
                  <a:moveTo>
                    <a:pt x="0" y="0"/>
                  </a:moveTo>
                  <a:lnTo>
                    <a:pt x="0" y="5218557"/>
                  </a:lnTo>
                  <a:lnTo>
                    <a:pt x="3736721" y="5218557"/>
                  </a:lnTo>
                  <a:lnTo>
                    <a:pt x="3736721" y="0"/>
                  </a:lnTo>
                  <a:close/>
                </a:path>
              </a:pathLst>
            </a:custGeom>
            <a:solidFill>
              <a:srgbClr val="000000">
                <a:alpha val="0"/>
              </a:srgbClr>
            </a:solidFill>
          </p:spPr>
        </p:sp>
      </p:grpSp>
      <p:sp>
        <p:nvSpPr>
          <p:cNvPr name="TextBox 27" id="27"/>
          <p:cNvSpPr txBox="true"/>
          <p:nvPr/>
        </p:nvSpPr>
        <p:spPr>
          <a:xfrm rot="0">
            <a:off x="7339413" y="455495"/>
            <a:ext cx="3088396" cy="1316869"/>
          </a:xfrm>
          <a:prstGeom prst="rect">
            <a:avLst/>
          </a:prstGeom>
        </p:spPr>
        <p:txBody>
          <a:bodyPr anchor="t" rtlCol="false" tIns="0" lIns="0" bIns="0" rIns="0">
            <a:spAutoFit/>
          </a:bodyPr>
          <a:lstStyle/>
          <a:p>
            <a:pPr algn="l">
              <a:lnSpc>
                <a:spcPts val="11310"/>
              </a:lnSpc>
            </a:pPr>
            <a:r>
              <a:rPr lang="en-US" b="true" sz="8078" spc="282">
                <a:solidFill>
                  <a:srgbClr val="2B1F17"/>
                </a:solidFill>
                <a:latin typeface="Codec Pro Ultra-Bold"/>
                <a:ea typeface="Codec Pro Ultra-Bold"/>
                <a:cs typeface="Codec Pro Ultra-Bold"/>
                <a:sym typeface="Codec Pro Ultra-Bold"/>
              </a:rPr>
              <a:t>Types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6E7D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76200" y="5758520"/>
            <a:ext cx="3222698" cy="4604680"/>
            <a:chOff x="0" y="0"/>
            <a:chExt cx="3222701" cy="4604677"/>
          </a:xfrm>
        </p:grpSpPr>
        <p:sp>
          <p:nvSpPr>
            <p:cNvPr name="Freeform 3" id="3"/>
            <p:cNvSpPr/>
            <p:nvPr/>
          </p:nvSpPr>
          <p:spPr>
            <a:xfrm flipH="false" flipV="false" rot="0">
              <a:off x="76200" y="1616075"/>
              <a:ext cx="2085594" cy="2912364"/>
            </a:xfrm>
            <a:custGeom>
              <a:avLst/>
              <a:gdLst/>
              <a:ahLst/>
              <a:cxnLst/>
              <a:rect r="r" b="b" t="t" l="l"/>
              <a:pathLst>
                <a:path h="2912364" w="2085594">
                  <a:moveTo>
                    <a:pt x="0" y="0"/>
                  </a:moveTo>
                  <a:lnTo>
                    <a:pt x="0" y="2912364"/>
                  </a:lnTo>
                  <a:lnTo>
                    <a:pt x="2085594" y="2912364"/>
                  </a:lnTo>
                  <a:lnTo>
                    <a:pt x="0" y="0"/>
                  </a:lnTo>
                  <a:close/>
                </a:path>
              </a:pathLst>
            </a:custGeom>
            <a:solidFill>
              <a:srgbClr val="33231B"/>
            </a:solidFill>
          </p:spPr>
        </p:sp>
        <p:sp>
          <p:nvSpPr>
            <p:cNvPr name="Freeform 4" id="4"/>
            <p:cNvSpPr/>
            <p:nvPr/>
          </p:nvSpPr>
          <p:spPr>
            <a:xfrm flipH="false" flipV="false" rot="0">
              <a:off x="76200" y="1834515"/>
              <a:ext cx="1560449" cy="2693924"/>
            </a:xfrm>
            <a:custGeom>
              <a:avLst/>
              <a:gdLst/>
              <a:ahLst/>
              <a:cxnLst/>
              <a:rect r="r" b="b" t="t" l="l"/>
              <a:pathLst>
                <a:path h="2693924" w="1560449">
                  <a:moveTo>
                    <a:pt x="0" y="0"/>
                  </a:moveTo>
                  <a:lnTo>
                    <a:pt x="0" y="2693924"/>
                  </a:lnTo>
                  <a:lnTo>
                    <a:pt x="1560449" y="2693924"/>
                  </a:lnTo>
                  <a:lnTo>
                    <a:pt x="0" y="0"/>
                  </a:lnTo>
                  <a:close/>
                </a:path>
              </a:pathLst>
            </a:custGeom>
            <a:solidFill>
              <a:srgbClr val="36302C"/>
            </a:solidFill>
          </p:spPr>
        </p:sp>
        <p:sp>
          <p:nvSpPr>
            <p:cNvPr name="Freeform 5" id="5"/>
            <p:cNvSpPr/>
            <p:nvPr/>
          </p:nvSpPr>
          <p:spPr>
            <a:xfrm flipH="false" flipV="false" rot="0">
              <a:off x="76200" y="1616075"/>
              <a:ext cx="2085467" cy="2912364"/>
            </a:xfrm>
            <a:custGeom>
              <a:avLst/>
              <a:gdLst/>
              <a:ahLst/>
              <a:cxnLst/>
              <a:rect r="r" b="b" t="t" l="l"/>
              <a:pathLst>
                <a:path h="2912364" w="2085467">
                  <a:moveTo>
                    <a:pt x="0" y="0"/>
                  </a:moveTo>
                  <a:lnTo>
                    <a:pt x="0" y="270891"/>
                  </a:lnTo>
                  <a:lnTo>
                    <a:pt x="1549908" y="2912364"/>
                  </a:lnTo>
                  <a:lnTo>
                    <a:pt x="2085467" y="2912364"/>
                  </a:lnTo>
                  <a:lnTo>
                    <a:pt x="0" y="0"/>
                  </a:lnTo>
                  <a:close/>
                </a:path>
              </a:pathLst>
            </a:custGeom>
            <a:solidFill>
              <a:srgbClr val="BA957C"/>
            </a:solidFill>
          </p:spPr>
        </p:sp>
      </p:grpSp>
      <p:grpSp>
        <p:nvGrpSpPr>
          <p:cNvPr name="Group 6" id="6"/>
          <p:cNvGrpSpPr>
            <a:grpSpLocks noChangeAspect="true"/>
          </p:cNvGrpSpPr>
          <p:nvPr/>
        </p:nvGrpSpPr>
        <p:grpSpPr>
          <a:xfrm rot="0">
            <a:off x="15206462" y="-76200"/>
            <a:ext cx="3157738" cy="4730848"/>
            <a:chOff x="0" y="0"/>
            <a:chExt cx="3157728" cy="4730852"/>
          </a:xfrm>
        </p:grpSpPr>
        <p:sp>
          <p:nvSpPr>
            <p:cNvPr name="Freeform 7" id="7"/>
            <p:cNvSpPr/>
            <p:nvPr/>
          </p:nvSpPr>
          <p:spPr>
            <a:xfrm flipH="false" flipV="false" rot="0">
              <a:off x="967994" y="76200"/>
              <a:ext cx="2113534" cy="2951480"/>
            </a:xfrm>
            <a:custGeom>
              <a:avLst/>
              <a:gdLst/>
              <a:ahLst/>
              <a:cxnLst/>
              <a:rect r="r" b="b" t="t" l="l"/>
              <a:pathLst>
                <a:path h="2951480" w="2113534">
                  <a:moveTo>
                    <a:pt x="0" y="0"/>
                  </a:moveTo>
                  <a:lnTo>
                    <a:pt x="2113534" y="2951480"/>
                  </a:lnTo>
                  <a:lnTo>
                    <a:pt x="2113534" y="0"/>
                  </a:lnTo>
                  <a:close/>
                </a:path>
              </a:pathLst>
            </a:custGeom>
            <a:solidFill>
              <a:srgbClr val="33231B"/>
            </a:solidFill>
          </p:spPr>
        </p:sp>
        <p:sp>
          <p:nvSpPr>
            <p:cNvPr name="Freeform 8" id="8"/>
            <p:cNvSpPr/>
            <p:nvPr/>
          </p:nvSpPr>
          <p:spPr>
            <a:xfrm flipH="false" flipV="false" rot="0">
              <a:off x="1510919" y="76200"/>
              <a:ext cx="1570609" cy="2711577"/>
            </a:xfrm>
            <a:custGeom>
              <a:avLst/>
              <a:gdLst/>
              <a:ahLst/>
              <a:cxnLst/>
              <a:rect r="r" b="b" t="t" l="l"/>
              <a:pathLst>
                <a:path h="2711577" w="1570609">
                  <a:moveTo>
                    <a:pt x="0" y="0"/>
                  </a:moveTo>
                  <a:lnTo>
                    <a:pt x="1570609" y="2711577"/>
                  </a:lnTo>
                  <a:lnTo>
                    <a:pt x="1570609" y="0"/>
                  </a:lnTo>
                  <a:close/>
                </a:path>
              </a:pathLst>
            </a:custGeom>
            <a:solidFill>
              <a:srgbClr val="36302C"/>
            </a:solidFill>
          </p:spPr>
        </p:sp>
        <p:sp>
          <p:nvSpPr>
            <p:cNvPr name="Freeform 9" id="9"/>
            <p:cNvSpPr/>
            <p:nvPr/>
          </p:nvSpPr>
          <p:spPr>
            <a:xfrm flipH="false" flipV="false" rot="0">
              <a:off x="968121" y="76200"/>
              <a:ext cx="2113407" cy="2951353"/>
            </a:xfrm>
            <a:custGeom>
              <a:avLst/>
              <a:gdLst/>
              <a:ahLst/>
              <a:cxnLst/>
              <a:rect r="r" b="b" t="t" l="l"/>
              <a:pathLst>
                <a:path h="2951353" w="2113407">
                  <a:moveTo>
                    <a:pt x="0" y="0"/>
                  </a:moveTo>
                  <a:lnTo>
                    <a:pt x="2113407" y="2951353"/>
                  </a:lnTo>
                  <a:lnTo>
                    <a:pt x="2113407" y="2660523"/>
                  </a:lnTo>
                  <a:lnTo>
                    <a:pt x="552323" y="0"/>
                  </a:lnTo>
                  <a:close/>
                </a:path>
              </a:pathLst>
            </a:custGeom>
            <a:solidFill>
              <a:srgbClr val="BA957C"/>
            </a:solidFill>
          </p:spPr>
        </p:sp>
      </p:grpSp>
      <p:grpSp>
        <p:nvGrpSpPr>
          <p:cNvPr name="Group 10" id="10"/>
          <p:cNvGrpSpPr>
            <a:grpSpLocks noChangeAspect="true"/>
          </p:cNvGrpSpPr>
          <p:nvPr/>
        </p:nvGrpSpPr>
        <p:grpSpPr>
          <a:xfrm rot="0">
            <a:off x="0" y="5822013"/>
            <a:ext cx="3085538" cy="4464987"/>
            <a:chOff x="0" y="0"/>
            <a:chExt cx="3085541" cy="4464977"/>
          </a:xfrm>
        </p:grpSpPr>
        <p:sp>
          <p:nvSpPr>
            <p:cNvPr name="Freeform 11" id="11"/>
            <p:cNvSpPr/>
            <p:nvPr/>
          </p:nvSpPr>
          <p:spPr>
            <a:xfrm flipH="false" flipV="false" rot="0">
              <a:off x="0" y="0"/>
              <a:ext cx="3085592" cy="4464939"/>
            </a:xfrm>
            <a:custGeom>
              <a:avLst/>
              <a:gdLst/>
              <a:ahLst/>
              <a:cxnLst/>
              <a:rect r="r" b="b" t="t" l="l"/>
              <a:pathLst>
                <a:path h="4464939" w="3085592">
                  <a:moveTo>
                    <a:pt x="0" y="0"/>
                  </a:moveTo>
                  <a:lnTo>
                    <a:pt x="0" y="4464939"/>
                  </a:lnTo>
                  <a:lnTo>
                    <a:pt x="3085592" y="4464939"/>
                  </a:lnTo>
                  <a:lnTo>
                    <a:pt x="3085592" y="0"/>
                  </a:lnTo>
                  <a:close/>
                </a:path>
              </a:pathLst>
            </a:custGeom>
            <a:solidFill>
              <a:srgbClr val="000000">
                <a:alpha val="0"/>
              </a:srgbClr>
            </a:solidFill>
          </p:spPr>
        </p:sp>
      </p:grpSp>
      <p:sp>
        <p:nvSpPr>
          <p:cNvPr name="TextBox 12" id="12"/>
          <p:cNvSpPr txBox="true"/>
          <p:nvPr/>
        </p:nvSpPr>
        <p:spPr>
          <a:xfrm rot="0">
            <a:off x="649338" y="1821256"/>
            <a:ext cx="7815567" cy="4588888"/>
          </a:xfrm>
          <a:prstGeom prst="rect">
            <a:avLst/>
          </a:prstGeom>
        </p:spPr>
        <p:txBody>
          <a:bodyPr anchor="t" rtlCol="false" tIns="0" lIns="0" bIns="0" rIns="0">
            <a:spAutoFit/>
          </a:bodyPr>
          <a:lstStyle/>
          <a:p>
            <a:pPr algn="just">
              <a:lnSpc>
                <a:spcPts val="2251"/>
              </a:lnSpc>
            </a:pPr>
            <a:r>
              <a:rPr lang="en-US" sz="2280" spc="223">
                <a:solidFill>
                  <a:srgbClr val="2B1F17"/>
                </a:solidFill>
                <a:latin typeface="Open Sauce"/>
                <a:ea typeface="Open Sauce"/>
                <a:cs typeface="Open Sauce"/>
                <a:sym typeface="Open Sauce"/>
              </a:rPr>
              <a:t>Linear regression is used to predict the continuous dependent variable using a given set of independent variables. It is used for solving regression problem. In this we predict the value of continuous variables. In this we find best fit line. The output must be continuous value, such as price, age etc. It required linear relationship between dependent and independent variables.</a:t>
            </a:r>
          </a:p>
        </p:txBody>
      </p:sp>
      <p:sp>
        <p:nvSpPr>
          <p:cNvPr name="TextBox 13" id="13"/>
          <p:cNvSpPr txBox="true"/>
          <p:nvPr/>
        </p:nvSpPr>
        <p:spPr>
          <a:xfrm rot="0">
            <a:off x="9032472" y="1821256"/>
            <a:ext cx="7679398" cy="4303138"/>
          </a:xfrm>
          <a:prstGeom prst="rect">
            <a:avLst/>
          </a:prstGeom>
        </p:spPr>
        <p:txBody>
          <a:bodyPr anchor="t" rtlCol="false" tIns="0" lIns="0" bIns="0" rIns="0">
            <a:spAutoFit/>
          </a:bodyPr>
          <a:lstStyle/>
          <a:p>
            <a:pPr algn="l">
              <a:lnSpc>
                <a:spcPts val="2251"/>
              </a:lnSpc>
            </a:pPr>
            <a:r>
              <a:rPr lang="en-US" sz="2280" spc="223">
                <a:solidFill>
                  <a:srgbClr val="2B1F17"/>
                </a:solidFill>
                <a:latin typeface="Open Sauce"/>
                <a:ea typeface="Open Sauce"/>
                <a:cs typeface="Open Sauce"/>
                <a:sym typeface="Open Sauce"/>
              </a:rPr>
              <a:t>Logistic regression is used to predict the categorical dependent variable using a given set of independent variables. It is used for solving classification problems. In this we predict values of categorical variables. In this we find S-Curve. Output must be categorical value such as 0 or 1, Yes or no etc. It not required linear relationship.</a:t>
            </a:r>
          </a:p>
        </p:txBody>
      </p:sp>
      <p:sp>
        <p:nvSpPr>
          <p:cNvPr name="TextBox 14" id="14"/>
          <p:cNvSpPr txBox="true"/>
          <p:nvPr/>
        </p:nvSpPr>
        <p:spPr>
          <a:xfrm rot="0">
            <a:off x="5470817" y="277911"/>
            <a:ext cx="7204339" cy="953500"/>
          </a:xfrm>
          <a:prstGeom prst="rect">
            <a:avLst/>
          </a:prstGeom>
        </p:spPr>
        <p:txBody>
          <a:bodyPr anchor="t" rtlCol="false" tIns="0" lIns="0" bIns="0" rIns="0">
            <a:spAutoFit/>
          </a:bodyPr>
          <a:lstStyle/>
          <a:p>
            <a:pPr algn="l">
              <a:lnSpc>
                <a:spcPts val="8265"/>
              </a:lnSpc>
            </a:pPr>
            <a:r>
              <a:rPr lang="en-US" b="true" sz="5903" spc="206">
                <a:solidFill>
                  <a:srgbClr val="2B1F17"/>
                </a:solidFill>
                <a:latin typeface="Codec Pro Ultra-Bold"/>
                <a:ea typeface="Codec Pro Ultra-Bold"/>
                <a:cs typeface="Codec Pro Ultra-Bold"/>
                <a:sym typeface="Codec Pro Ultra-Bold"/>
              </a:rPr>
              <a:t>Linear vs Logistics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DAG7sQQgbp4</dc:identifier>
  <dcterms:modified xsi:type="dcterms:W3CDTF">2011-08-01T06:04:30Z</dcterms:modified>
  <cp:revision>1</cp:revision>
  <dc:title>Day 11 ML.pdf</dc:title>
</cp:coreProperties>
</file>