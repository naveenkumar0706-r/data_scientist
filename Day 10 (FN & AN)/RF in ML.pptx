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10287000" cx="18288000"/>
  <p:notesSz cx="6858000" cy="9144000"/>
  <p:embeddedFontLst>
    <p:embeddedFont>
      <p:font typeface="Open Sans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6" roundtripDataSignature="AMtx7mjC8UednnOuvBUt1kNyrhICdMRXI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OpenSans-bold.fntdata"/><Relationship Id="rId12" Type="http://schemas.openxmlformats.org/officeDocument/2006/relationships/font" Target="fonts/OpenSans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OpenSans-boldItalic.fntdata"/><Relationship Id="rId14" Type="http://schemas.openxmlformats.org/officeDocument/2006/relationships/font" Target="fonts/OpenSans-italic.fntdata"/><Relationship Id="rId16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FF2F8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3" y="3"/>
            <a:ext cx="4949576" cy="1794135"/>
          </a:xfrm>
          <a:custGeom>
            <a:rect b="b" l="l" r="r" t="t"/>
            <a:pathLst>
              <a:path extrusionOk="0" h="1794129" w="4949571">
                <a:moveTo>
                  <a:pt x="0" y="0"/>
                </a:moveTo>
                <a:lnTo>
                  <a:pt x="0" y="1320800"/>
                </a:lnTo>
                <a:cubicBezTo>
                  <a:pt x="531495" y="1622044"/>
                  <a:pt x="1145921" y="1794129"/>
                  <a:pt x="1800479" y="1794129"/>
                </a:cubicBezTo>
                <a:cubicBezTo>
                  <a:pt x="3141091" y="1794129"/>
                  <a:pt x="4312793" y="1074166"/>
                  <a:pt x="4949571" y="0"/>
                </a:cubicBezTo>
                <a:close/>
              </a:path>
            </a:pathLst>
          </a:custGeom>
          <a:solidFill>
            <a:srgbClr val="85CC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1"/>
          <p:cNvGrpSpPr/>
          <p:nvPr/>
        </p:nvGrpSpPr>
        <p:grpSpPr>
          <a:xfrm>
            <a:off x="0" y="5143497"/>
            <a:ext cx="4001516" cy="5143503"/>
            <a:chOff x="76200" y="63500"/>
            <a:chExt cx="4001516" cy="5143500"/>
          </a:xfrm>
        </p:grpSpPr>
        <p:sp>
          <p:nvSpPr>
            <p:cNvPr id="86" name="Google Shape;86;p1"/>
            <p:cNvSpPr/>
            <p:nvPr/>
          </p:nvSpPr>
          <p:spPr>
            <a:xfrm>
              <a:off x="76200" y="1233551"/>
              <a:ext cx="4001516" cy="3973449"/>
            </a:xfrm>
            <a:custGeom>
              <a:rect b="b" l="l" r="r" t="t"/>
              <a:pathLst>
                <a:path extrusionOk="0" h="3973449" w="4001516">
                  <a:moveTo>
                    <a:pt x="0" y="0"/>
                  </a:moveTo>
                  <a:lnTo>
                    <a:pt x="0" y="2825242"/>
                  </a:lnTo>
                  <a:lnTo>
                    <a:pt x="0" y="2825242"/>
                  </a:lnTo>
                  <a:cubicBezTo>
                    <a:pt x="478663" y="3102991"/>
                    <a:pt x="880110" y="3499104"/>
                    <a:pt x="1164463" y="3973449"/>
                  </a:cubicBezTo>
                  <a:lnTo>
                    <a:pt x="4001516" y="3973449"/>
                  </a:lnTo>
                  <a:cubicBezTo>
                    <a:pt x="3434207" y="2060067"/>
                    <a:pt x="1918970" y="554228"/>
                    <a:pt x="0" y="0"/>
                  </a:cubicBezTo>
                  <a:close/>
                </a:path>
              </a:pathLst>
            </a:custGeom>
            <a:solidFill>
              <a:srgbClr val="007D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"/>
            <p:cNvSpPr/>
            <p:nvPr/>
          </p:nvSpPr>
          <p:spPr>
            <a:xfrm>
              <a:off x="76200" y="63500"/>
              <a:ext cx="1474978" cy="2598801"/>
            </a:xfrm>
            <a:custGeom>
              <a:rect b="b" l="l" r="r" t="t"/>
              <a:pathLst>
                <a:path extrusionOk="0" h="2598801" w="1474978">
                  <a:moveTo>
                    <a:pt x="175895" y="0"/>
                  </a:moveTo>
                  <a:cubicBezTo>
                    <a:pt x="133350" y="0"/>
                    <a:pt x="90932" y="2032"/>
                    <a:pt x="48514" y="6223"/>
                  </a:cubicBezTo>
                  <a:cubicBezTo>
                    <a:pt x="32258" y="7874"/>
                    <a:pt x="16129" y="9779"/>
                    <a:pt x="0" y="11938"/>
                  </a:cubicBezTo>
                  <a:lnTo>
                    <a:pt x="0" y="11938"/>
                  </a:lnTo>
                  <a:lnTo>
                    <a:pt x="0" y="2586863"/>
                  </a:lnTo>
                  <a:cubicBezTo>
                    <a:pt x="16129" y="2589022"/>
                    <a:pt x="32258" y="2590927"/>
                    <a:pt x="48514" y="2592578"/>
                  </a:cubicBezTo>
                  <a:cubicBezTo>
                    <a:pt x="90805" y="2596769"/>
                    <a:pt x="133350" y="2598801"/>
                    <a:pt x="175895" y="2598801"/>
                  </a:cubicBezTo>
                  <a:cubicBezTo>
                    <a:pt x="218440" y="2598801"/>
                    <a:pt x="260858" y="2596769"/>
                    <a:pt x="303276" y="2592578"/>
                  </a:cubicBezTo>
                  <a:cubicBezTo>
                    <a:pt x="345694" y="2588387"/>
                    <a:pt x="387731" y="2582164"/>
                    <a:pt x="429387" y="2573909"/>
                  </a:cubicBezTo>
                  <a:cubicBezTo>
                    <a:pt x="471043" y="2565654"/>
                    <a:pt x="512318" y="2555240"/>
                    <a:pt x="553085" y="2542921"/>
                  </a:cubicBezTo>
                  <a:cubicBezTo>
                    <a:pt x="593852" y="2530602"/>
                    <a:pt x="633857" y="2516251"/>
                    <a:pt x="673100" y="2499995"/>
                  </a:cubicBezTo>
                  <a:cubicBezTo>
                    <a:pt x="712343" y="2483739"/>
                    <a:pt x="750824" y="2465578"/>
                    <a:pt x="788416" y="2445512"/>
                  </a:cubicBezTo>
                  <a:cubicBezTo>
                    <a:pt x="826008" y="2425446"/>
                    <a:pt x="862457" y="2403602"/>
                    <a:pt x="897763" y="2379980"/>
                  </a:cubicBezTo>
                  <a:cubicBezTo>
                    <a:pt x="933069" y="2356358"/>
                    <a:pt x="967232" y="2330958"/>
                    <a:pt x="1000125" y="2304034"/>
                  </a:cubicBezTo>
                  <a:cubicBezTo>
                    <a:pt x="1033018" y="2277110"/>
                    <a:pt x="1064514" y="2248535"/>
                    <a:pt x="1094613" y="2218436"/>
                  </a:cubicBezTo>
                  <a:cubicBezTo>
                    <a:pt x="1124712" y="2188337"/>
                    <a:pt x="1153287" y="2156841"/>
                    <a:pt x="1180211" y="2123948"/>
                  </a:cubicBezTo>
                  <a:cubicBezTo>
                    <a:pt x="1207135" y="2091055"/>
                    <a:pt x="1232535" y="2056892"/>
                    <a:pt x="1256157" y="2021586"/>
                  </a:cubicBezTo>
                  <a:cubicBezTo>
                    <a:pt x="1279779" y="1986280"/>
                    <a:pt x="1301623" y="1949704"/>
                    <a:pt x="1321689" y="1912239"/>
                  </a:cubicBezTo>
                  <a:cubicBezTo>
                    <a:pt x="1341755" y="1874774"/>
                    <a:pt x="1359916" y="1836293"/>
                    <a:pt x="1376172" y="1796923"/>
                  </a:cubicBezTo>
                  <a:cubicBezTo>
                    <a:pt x="1392428" y="1757553"/>
                    <a:pt x="1406779" y="1717548"/>
                    <a:pt x="1419098" y="1676908"/>
                  </a:cubicBezTo>
                  <a:cubicBezTo>
                    <a:pt x="1431417" y="1636268"/>
                    <a:pt x="1441831" y="1594993"/>
                    <a:pt x="1450086" y="1553210"/>
                  </a:cubicBezTo>
                  <a:cubicBezTo>
                    <a:pt x="1458341" y="1511427"/>
                    <a:pt x="1464564" y="1469390"/>
                    <a:pt x="1468755" y="1427099"/>
                  </a:cubicBezTo>
                  <a:cubicBezTo>
                    <a:pt x="1472946" y="1384808"/>
                    <a:pt x="1474978" y="1342263"/>
                    <a:pt x="1474978" y="1299718"/>
                  </a:cubicBezTo>
                  <a:cubicBezTo>
                    <a:pt x="1474978" y="1257173"/>
                    <a:pt x="1472946" y="1214755"/>
                    <a:pt x="1468755" y="1172337"/>
                  </a:cubicBezTo>
                  <a:cubicBezTo>
                    <a:pt x="1464564" y="1129919"/>
                    <a:pt x="1458341" y="1087882"/>
                    <a:pt x="1450086" y="1046226"/>
                  </a:cubicBezTo>
                  <a:cubicBezTo>
                    <a:pt x="1441831" y="1004570"/>
                    <a:pt x="1431417" y="963295"/>
                    <a:pt x="1419098" y="922528"/>
                  </a:cubicBezTo>
                  <a:cubicBezTo>
                    <a:pt x="1406779" y="881761"/>
                    <a:pt x="1392428" y="841756"/>
                    <a:pt x="1376172" y="802513"/>
                  </a:cubicBezTo>
                  <a:cubicBezTo>
                    <a:pt x="1359916" y="763270"/>
                    <a:pt x="1341755" y="724789"/>
                    <a:pt x="1321689" y="687197"/>
                  </a:cubicBezTo>
                  <a:cubicBezTo>
                    <a:pt x="1301623" y="649605"/>
                    <a:pt x="1279779" y="613156"/>
                    <a:pt x="1256157" y="577850"/>
                  </a:cubicBezTo>
                  <a:cubicBezTo>
                    <a:pt x="1232535" y="542544"/>
                    <a:pt x="1207135" y="508381"/>
                    <a:pt x="1180211" y="475488"/>
                  </a:cubicBezTo>
                  <a:cubicBezTo>
                    <a:pt x="1153287" y="442595"/>
                    <a:pt x="1124712" y="411099"/>
                    <a:pt x="1094613" y="381000"/>
                  </a:cubicBezTo>
                  <a:cubicBezTo>
                    <a:pt x="1064514" y="350901"/>
                    <a:pt x="1033018" y="322326"/>
                    <a:pt x="1000125" y="295402"/>
                  </a:cubicBezTo>
                  <a:cubicBezTo>
                    <a:pt x="967232" y="268478"/>
                    <a:pt x="933069" y="243078"/>
                    <a:pt x="897763" y="219456"/>
                  </a:cubicBezTo>
                  <a:cubicBezTo>
                    <a:pt x="862457" y="195834"/>
                    <a:pt x="825881" y="173990"/>
                    <a:pt x="788416" y="153924"/>
                  </a:cubicBezTo>
                  <a:cubicBezTo>
                    <a:pt x="750951" y="133858"/>
                    <a:pt x="712470" y="115189"/>
                    <a:pt x="673100" y="98933"/>
                  </a:cubicBezTo>
                  <a:cubicBezTo>
                    <a:pt x="633730" y="82677"/>
                    <a:pt x="593725" y="68326"/>
                    <a:pt x="553085" y="56007"/>
                  </a:cubicBezTo>
                  <a:cubicBezTo>
                    <a:pt x="512445" y="43688"/>
                    <a:pt x="471170" y="33274"/>
                    <a:pt x="429387" y="25019"/>
                  </a:cubicBezTo>
                  <a:cubicBezTo>
                    <a:pt x="387604" y="16764"/>
                    <a:pt x="345567" y="10541"/>
                    <a:pt x="303276" y="6350"/>
                  </a:cubicBezTo>
                  <a:cubicBezTo>
                    <a:pt x="260985" y="2159"/>
                    <a:pt x="218440" y="0"/>
                    <a:pt x="175895" y="0"/>
                  </a:cubicBezTo>
                  <a:close/>
                </a:path>
              </a:pathLst>
            </a:custGeom>
            <a:solidFill>
              <a:srgbClr val="85CCE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1"/>
          <p:cNvSpPr/>
          <p:nvPr/>
        </p:nvSpPr>
        <p:spPr>
          <a:xfrm>
            <a:off x="15555341" y="7972904"/>
            <a:ext cx="2732656" cy="2314067"/>
          </a:xfrm>
          <a:custGeom>
            <a:rect b="b" l="l" r="r" t="t"/>
            <a:pathLst>
              <a:path extrusionOk="0" h="2314067" w="2732659">
                <a:moveTo>
                  <a:pt x="2732659" y="0"/>
                </a:moveTo>
                <a:cubicBezTo>
                  <a:pt x="1508633" y="314960"/>
                  <a:pt x="504952" y="1179068"/>
                  <a:pt x="0" y="2314067"/>
                </a:cubicBezTo>
                <a:lnTo>
                  <a:pt x="2732659" y="2314067"/>
                </a:lnTo>
                <a:lnTo>
                  <a:pt x="2732659" y="0"/>
                </a:lnTo>
                <a:close/>
              </a:path>
            </a:pathLst>
          </a:custGeom>
          <a:solidFill>
            <a:srgbClr val="007D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9" name="Google Shape;89;p1"/>
          <p:cNvGrpSpPr/>
          <p:nvPr/>
        </p:nvGrpSpPr>
        <p:grpSpPr>
          <a:xfrm>
            <a:off x="14126407" y="0"/>
            <a:ext cx="4161542" cy="2915672"/>
            <a:chOff x="138811" y="76200"/>
            <a:chExt cx="4161536" cy="2915666"/>
          </a:xfrm>
        </p:grpSpPr>
        <p:sp>
          <p:nvSpPr>
            <p:cNvPr id="90" name="Google Shape;90;p1"/>
            <p:cNvSpPr/>
            <p:nvPr/>
          </p:nvSpPr>
          <p:spPr>
            <a:xfrm>
              <a:off x="138811" y="76200"/>
              <a:ext cx="4161536" cy="2915666"/>
            </a:xfrm>
            <a:custGeom>
              <a:rect b="b" l="l" r="r" t="t"/>
              <a:pathLst>
                <a:path extrusionOk="0" h="2915666" w="4161536">
                  <a:moveTo>
                    <a:pt x="0" y="0"/>
                  </a:moveTo>
                  <a:cubicBezTo>
                    <a:pt x="342773" y="1664462"/>
                    <a:pt x="1816100" y="2915666"/>
                    <a:pt x="3582289" y="2915666"/>
                  </a:cubicBezTo>
                  <a:cubicBezTo>
                    <a:pt x="3779520" y="2915666"/>
                    <a:pt x="3972941" y="2900045"/>
                    <a:pt x="4161536" y="2870073"/>
                  </a:cubicBezTo>
                  <a:lnTo>
                    <a:pt x="4161536" y="2870073"/>
                  </a:lnTo>
                  <a:lnTo>
                    <a:pt x="4161536" y="1756283"/>
                  </a:lnTo>
                  <a:lnTo>
                    <a:pt x="4161536" y="1756283"/>
                  </a:lnTo>
                  <a:cubicBezTo>
                    <a:pt x="3975354" y="1799336"/>
                    <a:pt x="3781425" y="1822196"/>
                    <a:pt x="3582289" y="1822196"/>
                  </a:cubicBezTo>
                  <a:cubicBezTo>
                    <a:pt x="2425319" y="1822196"/>
                    <a:pt x="1446022" y="1053846"/>
                    <a:pt x="1127506" y="0"/>
                  </a:cubicBezTo>
                  <a:close/>
                </a:path>
              </a:pathLst>
            </a:custGeom>
            <a:solidFill>
              <a:srgbClr val="85CCE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1"/>
            <p:cNvSpPr/>
            <p:nvPr/>
          </p:nvSpPr>
          <p:spPr>
            <a:xfrm>
              <a:off x="2631059" y="76200"/>
              <a:ext cx="1669288" cy="1086866"/>
            </a:xfrm>
            <a:custGeom>
              <a:rect b="b" l="l" r="r" t="t"/>
              <a:pathLst>
                <a:path extrusionOk="0" h="1086866" w="1669288">
                  <a:moveTo>
                    <a:pt x="0" y="0"/>
                  </a:moveTo>
                  <a:cubicBezTo>
                    <a:pt x="0" y="35560"/>
                    <a:pt x="1778" y="71120"/>
                    <a:pt x="5207" y="106553"/>
                  </a:cubicBezTo>
                  <a:cubicBezTo>
                    <a:pt x="8636" y="141986"/>
                    <a:pt x="13970" y="177165"/>
                    <a:pt x="20828" y="212090"/>
                  </a:cubicBezTo>
                  <a:cubicBezTo>
                    <a:pt x="27686" y="247015"/>
                    <a:pt x="36449" y="281432"/>
                    <a:pt x="46736" y="315595"/>
                  </a:cubicBezTo>
                  <a:cubicBezTo>
                    <a:pt x="57023" y="349758"/>
                    <a:pt x="69088" y="383159"/>
                    <a:pt x="82677" y="416052"/>
                  </a:cubicBezTo>
                  <a:cubicBezTo>
                    <a:pt x="96266" y="448945"/>
                    <a:pt x="111506" y="481076"/>
                    <a:pt x="128270" y="512445"/>
                  </a:cubicBezTo>
                  <a:cubicBezTo>
                    <a:pt x="145034" y="543814"/>
                    <a:pt x="163322" y="574294"/>
                    <a:pt x="183134" y="603885"/>
                  </a:cubicBezTo>
                  <a:cubicBezTo>
                    <a:pt x="202946" y="633476"/>
                    <a:pt x="224028" y="662051"/>
                    <a:pt x="246634" y="689610"/>
                  </a:cubicBezTo>
                  <a:cubicBezTo>
                    <a:pt x="269240" y="717169"/>
                    <a:pt x="293116" y="743458"/>
                    <a:pt x="318262" y="768604"/>
                  </a:cubicBezTo>
                  <a:cubicBezTo>
                    <a:pt x="343408" y="793750"/>
                    <a:pt x="369824" y="817626"/>
                    <a:pt x="397256" y="840232"/>
                  </a:cubicBezTo>
                  <a:cubicBezTo>
                    <a:pt x="424688" y="862838"/>
                    <a:pt x="453390" y="884047"/>
                    <a:pt x="482981" y="903732"/>
                  </a:cubicBezTo>
                  <a:cubicBezTo>
                    <a:pt x="512572" y="923417"/>
                    <a:pt x="543052" y="941832"/>
                    <a:pt x="574421" y="958596"/>
                  </a:cubicBezTo>
                  <a:cubicBezTo>
                    <a:pt x="605790" y="975360"/>
                    <a:pt x="637921" y="990600"/>
                    <a:pt x="670814" y="1004189"/>
                  </a:cubicBezTo>
                  <a:cubicBezTo>
                    <a:pt x="703707" y="1017778"/>
                    <a:pt x="737235" y="1029843"/>
                    <a:pt x="771271" y="1040130"/>
                  </a:cubicBezTo>
                  <a:cubicBezTo>
                    <a:pt x="805307" y="1050417"/>
                    <a:pt x="839851" y="1059053"/>
                    <a:pt x="874776" y="1066038"/>
                  </a:cubicBezTo>
                  <a:cubicBezTo>
                    <a:pt x="909701" y="1073023"/>
                    <a:pt x="944880" y="1078230"/>
                    <a:pt x="980313" y="1081659"/>
                  </a:cubicBezTo>
                  <a:cubicBezTo>
                    <a:pt x="1015746" y="1085088"/>
                    <a:pt x="1051306" y="1086866"/>
                    <a:pt x="1086866" y="1086866"/>
                  </a:cubicBezTo>
                  <a:cubicBezTo>
                    <a:pt x="1122426" y="1086866"/>
                    <a:pt x="1157986" y="1085088"/>
                    <a:pt x="1193419" y="1081659"/>
                  </a:cubicBezTo>
                  <a:cubicBezTo>
                    <a:pt x="1228852" y="1078230"/>
                    <a:pt x="1264031" y="1072896"/>
                    <a:pt x="1298956" y="1066038"/>
                  </a:cubicBezTo>
                  <a:cubicBezTo>
                    <a:pt x="1333881" y="1059180"/>
                    <a:pt x="1368298" y="1050417"/>
                    <a:pt x="1402461" y="1040130"/>
                  </a:cubicBezTo>
                  <a:cubicBezTo>
                    <a:pt x="1436624" y="1029843"/>
                    <a:pt x="1470025" y="1017778"/>
                    <a:pt x="1502918" y="1004189"/>
                  </a:cubicBezTo>
                  <a:cubicBezTo>
                    <a:pt x="1535811" y="990600"/>
                    <a:pt x="1567942" y="975360"/>
                    <a:pt x="1599311" y="958596"/>
                  </a:cubicBezTo>
                  <a:cubicBezTo>
                    <a:pt x="1623187" y="945896"/>
                    <a:pt x="1646555" y="932180"/>
                    <a:pt x="1669288" y="917702"/>
                  </a:cubicBezTo>
                  <a:lnTo>
                    <a:pt x="1669288" y="917702"/>
                  </a:lnTo>
                  <a:lnTo>
                    <a:pt x="1669288" y="0"/>
                  </a:lnTo>
                  <a:close/>
                </a:path>
              </a:pathLst>
            </a:custGeom>
            <a:solidFill>
              <a:srgbClr val="007D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2" name="Google Shape;92;p1"/>
          <p:cNvSpPr/>
          <p:nvPr/>
        </p:nvSpPr>
        <p:spPr>
          <a:xfrm>
            <a:off x="0" y="0"/>
            <a:ext cx="5458339" cy="1795523"/>
          </a:xfrm>
          <a:custGeom>
            <a:rect b="b" l="l" r="r" t="t"/>
            <a:pathLst>
              <a:path extrusionOk="0" h="1795526" w="5458333">
                <a:moveTo>
                  <a:pt x="0" y="0"/>
                </a:moveTo>
                <a:lnTo>
                  <a:pt x="0" y="1795526"/>
                </a:lnTo>
                <a:lnTo>
                  <a:pt x="5458333" y="1795526"/>
                </a:lnTo>
                <a:lnTo>
                  <a:pt x="5458333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93" name="Google Shape;93;p1"/>
          <p:cNvSpPr/>
          <p:nvPr/>
        </p:nvSpPr>
        <p:spPr>
          <a:xfrm>
            <a:off x="0" y="6083522"/>
            <a:ext cx="4243193" cy="4203453"/>
          </a:xfrm>
          <a:custGeom>
            <a:rect b="b" l="l" r="r" t="t"/>
            <a:pathLst>
              <a:path extrusionOk="0" h="4203446" w="4243197">
                <a:moveTo>
                  <a:pt x="0" y="0"/>
                </a:moveTo>
                <a:lnTo>
                  <a:pt x="0" y="4203446"/>
                </a:lnTo>
                <a:lnTo>
                  <a:pt x="4243197" y="4203446"/>
                </a:lnTo>
                <a:lnTo>
                  <a:pt x="4243197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94" name="Google Shape;94;p1"/>
          <p:cNvSpPr/>
          <p:nvPr/>
        </p:nvSpPr>
        <p:spPr>
          <a:xfrm>
            <a:off x="15201900" y="7843237"/>
            <a:ext cx="3086100" cy="2443738"/>
          </a:xfrm>
          <a:custGeom>
            <a:rect b="b" l="l" r="r" t="t"/>
            <a:pathLst>
              <a:path extrusionOk="0" h="2443734" w="3086100">
                <a:moveTo>
                  <a:pt x="0" y="0"/>
                </a:moveTo>
                <a:lnTo>
                  <a:pt x="0" y="2443734"/>
                </a:lnTo>
                <a:lnTo>
                  <a:pt x="3086100" y="2443734"/>
                </a:lnTo>
                <a:lnTo>
                  <a:pt x="308610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95" name="Google Shape;95;p1"/>
          <p:cNvSpPr txBox="1"/>
          <p:nvPr/>
        </p:nvSpPr>
        <p:spPr>
          <a:xfrm>
            <a:off x="5054489" y="2439286"/>
            <a:ext cx="8342662" cy="48544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45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907" u="none" cap="none" strike="noStrike">
                <a:solidFill>
                  <a:srgbClr val="007D9C"/>
                </a:solidFill>
                <a:latin typeface="Arial"/>
                <a:ea typeface="Arial"/>
                <a:cs typeface="Arial"/>
                <a:sym typeface="Arial"/>
              </a:rPr>
              <a:t>RANDOM</a:t>
            </a:r>
            <a:endParaRPr/>
          </a:p>
          <a:p>
            <a:pPr indent="0" lvl="0" marL="0" marR="0" rtl="0" algn="ctr">
              <a:lnSpc>
                <a:spcPct val="6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907" u="none" cap="none" strike="noStrike">
                <a:solidFill>
                  <a:srgbClr val="007D9C"/>
                </a:solidFill>
                <a:latin typeface="Arial"/>
                <a:ea typeface="Arial"/>
                <a:cs typeface="Arial"/>
                <a:sym typeface="Arial"/>
              </a:rPr>
              <a:t>FOREST</a:t>
            </a:r>
            <a:endParaRPr/>
          </a:p>
          <a:p>
            <a:pPr indent="0" lvl="0" marL="0" marR="0" rtl="0" algn="ctr">
              <a:lnSpc>
                <a:spcPct val="840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3907" u="none" cap="none" strike="noStrike">
              <a:solidFill>
                <a:srgbClr val="007D9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FF2F8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/>
          <p:nvPr/>
        </p:nvSpPr>
        <p:spPr>
          <a:xfrm>
            <a:off x="3" y="7365863"/>
            <a:ext cx="2734183" cy="2921121"/>
          </a:xfrm>
          <a:custGeom>
            <a:rect b="b" l="l" r="r" t="t"/>
            <a:pathLst>
              <a:path extrusionOk="0" h="2921127" w="2734183">
                <a:moveTo>
                  <a:pt x="0" y="0"/>
                </a:moveTo>
                <a:lnTo>
                  <a:pt x="0" y="2091817"/>
                </a:lnTo>
                <a:lnTo>
                  <a:pt x="0" y="2091817"/>
                </a:lnTo>
                <a:cubicBezTo>
                  <a:pt x="302641" y="2306193"/>
                  <a:pt x="552323" y="2590419"/>
                  <a:pt x="725551" y="2921127"/>
                </a:cubicBezTo>
                <a:lnTo>
                  <a:pt x="2734183" y="2921127"/>
                </a:lnTo>
                <a:cubicBezTo>
                  <a:pt x="2370455" y="1549146"/>
                  <a:pt x="1334389" y="450723"/>
                  <a:pt x="0" y="0"/>
                </a:cubicBezTo>
                <a:close/>
              </a:path>
            </a:pathLst>
          </a:custGeom>
          <a:solidFill>
            <a:srgbClr val="007D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1" name="Google Shape;101;p2"/>
          <p:cNvGrpSpPr/>
          <p:nvPr/>
        </p:nvGrpSpPr>
        <p:grpSpPr>
          <a:xfrm>
            <a:off x="0" y="0"/>
            <a:ext cx="2407282" cy="2479675"/>
            <a:chOff x="76200" y="76200"/>
            <a:chExt cx="2407285" cy="2479675"/>
          </a:xfrm>
        </p:grpSpPr>
        <p:sp>
          <p:nvSpPr>
            <p:cNvPr id="102" name="Google Shape;102;p2"/>
            <p:cNvSpPr/>
            <p:nvPr/>
          </p:nvSpPr>
          <p:spPr>
            <a:xfrm>
              <a:off x="76200" y="76200"/>
              <a:ext cx="2407285" cy="2032381"/>
            </a:xfrm>
            <a:custGeom>
              <a:rect b="b" l="l" r="r" t="t"/>
              <a:pathLst>
                <a:path extrusionOk="0" h="2032381" w="2407285">
                  <a:moveTo>
                    <a:pt x="0" y="0"/>
                  </a:moveTo>
                  <a:lnTo>
                    <a:pt x="0" y="2032381"/>
                  </a:lnTo>
                  <a:cubicBezTo>
                    <a:pt x="1143508" y="1885061"/>
                    <a:pt x="2078482" y="1074928"/>
                    <a:pt x="2407285" y="0"/>
                  </a:cubicBezTo>
                  <a:close/>
                </a:path>
              </a:pathLst>
            </a:custGeom>
            <a:solidFill>
              <a:srgbClr val="85CCE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2"/>
            <p:cNvSpPr/>
            <p:nvPr/>
          </p:nvSpPr>
          <p:spPr>
            <a:xfrm>
              <a:off x="76200" y="1156081"/>
              <a:ext cx="761238" cy="1399794"/>
            </a:xfrm>
            <a:custGeom>
              <a:rect b="b" l="l" r="r" t="t"/>
              <a:pathLst>
                <a:path extrusionOk="0" h="1399794" w="761238">
                  <a:moveTo>
                    <a:pt x="61341" y="127"/>
                  </a:moveTo>
                  <a:cubicBezTo>
                    <a:pt x="40767" y="127"/>
                    <a:pt x="20320" y="1016"/>
                    <a:pt x="0" y="2794"/>
                  </a:cubicBezTo>
                  <a:lnTo>
                    <a:pt x="0" y="2794"/>
                  </a:lnTo>
                  <a:lnTo>
                    <a:pt x="0" y="1397127"/>
                  </a:lnTo>
                  <a:cubicBezTo>
                    <a:pt x="20320" y="1398905"/>
                    <a:pt x="40767" y="1399794"/>
                    <a:pt x="61341" y="1399794"/>
                  </a:cubicBezTo>
                  <a:cubicBezTo>
                    <a:pt x="107315" y="1399794"/>
                    <a:pt x="152781" y="1395349"/>
                    <a:pt x="197866" y="1386332"/>
                  </a:cubicBezTo>
                  <a:cubicBezTo>
                    <a:pt x="242951" y="1377315"/>
                    <a:pt x="286639" y="1364107"/>
                    <a:pt x="329184" y="1346454"/>
                  </a:cubicBezTo>
                  <a:cubicBezTo>
                    <a:pt x="371729" y="1328801"/>
                    <a:pt x="411988" y="1307338"/>
                    <a:pt x="450215" y="1281811"/>
                  </a:cubicBezTo>
                  <a:cubicBezTo>
                    <a:pt x="488442" y="1256284"/>
                    <a:pt x="523748" y="1227328"/>
                    <a:pt x="556260" y="1194816"/>
                  </a:cubicBezTo>
                  <a:cubicBezTo>
                    <a:pt x="588772" y="1162304"/>
                    <a:pt x="617728" y="1126998"/>
                    <a:pt x="643255" y="1088771"/>
                  </a:cubicBezTo>
                  <a:cubicBezTo>
                    <a:pt x="668782" y="1050544"/>
                    <a:pt x="690372" y="1010285"/>
                    <a:pt x="707898" y="967740"/>
                  </a:cubicBezTo>
                  <a:cubicBezTo>
                    <a:pt x="725424" y="925195"/>
                    <a:pt x="738759" y="881507"/>
                    <a:pt x="747776" y="836422"/>
                  </a:cubicBezTo>
                  <a:cubicBezTo>
                    <a:pt x="756793" y="791337"/>
                    <a:pt x="761238" y="745998"/>
                    <a:pt x="761238" y="700151"/>
                  </a:cubicBezTo>
                  <a:lnTo>
                    <a:pt x="761238" y="699643"/>
                  </a:lnTo>
                  <a:lnTo>
                    <a:pt x="761238" y="699643"/>
                  </a:lnTo>
                  <a:cubicBezTo>
                    <a:pt x="761238" y="653796"/>
                    <a:pt x="756793" y="608330"/>
                    <a:pt x="747776" y="563372"/>
                  </a:cubicBezTo>
                  <a:cubicBezTo>
                    <a:pt x="738759" y="518414"/>
                    <a:pt x="725551" y="474599"/>
                    <a:pt x="707898" y="432054"/>
                  </a:cubicBezTo>
                  <a:cubicBezTo>
                    <a:pt x="690245" y="389509"/>
                    <a:pt x="668782" y="349250"/>
                    <a:pt x="643255" y="311023"/>
                  </a:cubicBezTo>
                  <a:cubicBezTo>
                    <a:pt x="617728" y="272796"/>
                    <a:pt x="588772" y="237490"/>
                    <a:pt x="556260" y="204978"/>
                  </a:cubicBezTo>
                  <a:cubicBezTo>
                    <a:pt x="523748" y="172466"/>
                    <a:pt x="488442" y="143510"/>
                    <a:pt x="450215" y="117983"/>
                  </a:cubicBezTo>
                  <a:cubicBezTo>
                    <a:pt x="411988" y="92456"/>
                    <a:pt x="371729" y="70866"/>
                    <a:pt x="329184" y="53340"/>
                  </a:cubicBezTo>
                  <a:cubicBezTo>
                    <a:pt x="286639" y="35814"/>
                    <a:pt x="242951" y="22479"/>
                    <a:pt x="197866" y="13462"/>
                  </a:cubicBezTo>
                  <a:cubicBezTo>
                    <a:pt x="152781" y="4445"/>
                    <a:pt x="107315" y="0"/>
                    <a:pt x="61341" y="0"/>
                  </a:cubicBezTo>
                  <a:close/>
                </a:path>
              </a:pathLst>
            </a:custGeom>
            <a:solidFill>
              <a:srgbClr val="007D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4" name="Google Shape;104;p2"/>
          <p:cNvSpPr/>
          <p:nvPr/>
        </p:nvSpPr>
        <p:spPr>
          <a:xfrm>
            <a:off x="15571829" y="3"/>
            <a:ext cx="2716143" cy="1781172"/>
          </a:xfrm>
          <a:custGeom>
            <a:rect b="b" l="l" r="r" t="t"/>
            <a:pathLst>
              <a:path extrusionOk="0" h="1781175" w="2716149">
                <a:moveTo>
                  <a:pt x="0" y="0"/>
                </a:moveTo>
                <a:cubicBezTo>
                  <a:pt x="336677" y="1034034"/>
                  <a:pt x="1308354" y="1781175"/>
                  <a:pt x="2454910" y="1781175"/>
                </a:cubicBezTo>
                <a:cubicBezTo>
                  <a:pt x="2543175" y="1781175"/>
                  <a:pt x="2630297" y="1776730"/>
                  <a:pt x="2716149" y="1768094"/>
                </a:cubicBezTo>
                <a:lnTo>
                  <a:pt x="2716149" y="1768094"/>
                </a:lnTo>
                <a:lnTo>
                  <a:pt x="2716149" y="990600"/>
                </a:lnTo>
                <a:lnTo>
                  <a:pt x="2716149" y="990600"/>
                </a:lnTo>
                <a:cubicBezTo>
                  <a:pt x="2630805" y="1002919"/>
                  <a:pt x="2543556" y="1009396"/>
                  <a:pt x="2454910" y="1009396"/>
                </a:cubicBezTo>
                <a:cubicBezTo>
                  <a:pt x="1743583" y="1009396"/>
                  <a:pt x="1127379" y="597789"/>
                  <a:pt x="831850" y="0"/>
                </a:cubicBezTo>
                <a:close/>
              </a:path>
            </a:pathLst>
          </a:custGeom>
          <a:solidFill>
            <a:srgbClr val="85CC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5" name="Google Shape;105;p2"/>
          <p:cNvGrpSpPr/>
          <p:nvPr/>
        </p:nvGrpSpPr>
        <p:grpSpPr>
          <a:xfrm>
            <a:off x="15555338" y="6703863"/>
            <a:ext cx="2732662" cy="3583175"/>
            <a:chOff x="416941" y="63500"/>
            <a:chExt cx="2732659" cy="3583178"/>
          </a:xfrm>
        </p:grpSpPr>
        <p:sp>
          <p:nvSpPr>
            <p:cNvPr id="106" name="Google Shape;106;p2"/>
            <p:cNvSpPr/>
            <p:nvPr/>
          </p:nvSpPr>
          <p:spPr>
            <a:xfrm>
              <a:off x="416941" y="1332484"/>
              <a:ext cx="2732659" cy="2314194"/>
            </a:xfrm>
            <a:custGeom>
              <a:rect b="b" l="l" r="r" t="t"/>
              <a:pathLst>
                <a:path extrusionOk="0" h="2314194" w="2732659">
                  <a:moveTo>
                    <a:pt x="2732659" y="0"/>
                  </a:moveTo>
                  <a:cubicBezTo>
                    <a:pt x="1508633" y="315087"/>
                    <a:pt x="504952" y="1179195"/>
                    <a:pt x="0" y="2314194"/>
                  </a:cubicBezTo>
                  <a:lnTo>
                    <a:pt x="2732659" y="2314194"/>
                  </a:lnTo>
                  <a:lnTo>
                    <a:pt x="2732659" y="0"/>
                  </a:lnTo>
                  <a:close/>
                </a:path>
              </a:pathLst>
            </a:custGeom>
            <a:solidFill>
              <a:srgbClr val="007D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2120900" y="63500"/>
              <a:ext cx="1028700" cy="2053082"/>
            </a:xfrm>
            <a:custGeom>
              <a:rect b="b" l="l" r="r" t="t"/>
              <a:pathLst>
                <a:path extrusionOk="0" h="2053082" w="1028700">
                  <a:moveTo>
                    <a:pt x="1026541" y="0"/>
                  </a:moveTo>
                  <a:cubicBezTo>
                    <a:pt x="992886" y="0"/>
                    <a:pt x="959358" y="1651"/>
                    <a:pt x="925957" y="4953"/>
                  </a:cubicBezTo>
                  <a:cubicBezTo>
                    <a:pt x="892556" y="8255"/>
                    <a:pt x="859282" y="13208"/>
                    <a:pt x="826262" y="19685"/>
                  </a:cubicBezTo>
                  <a:cubicBezTo>
                    <a:pt x="793242" y="26162"/>
                    <a:pt x="760730" y="34417"/>
                    <a:pt x="728599" y="44196"/>
                  </a:cubicBezTo>
                  <a:cubicBezTo>
                    <a:pt x="696468" y="53975"/>
                    <a:pt x="664845" y="65278"/>
                    <a:pt x="633730" y="78105"/>
                  </a:cubicBezTo>
                  <a:cubicBezTo>
                    <a:pt x="602615" y="90932"/>
                    <a:pt x="572262" y="105283"/>
                    <a:pt x="542671" y="121158"/>
                  </a:cubicBezTo>
                  <a:cubicBezTo>
                    <a:pt x="513080" y="137033"/>
                    <a:pt x="484251" y="154305"/>
                    <a:pt x="456311" y="172974"/>
                  </a:cubicBezTo>
                  <a:cubicBezTo>
                    <a:pt x="428371" y="191643"/>
                    <a:pt x="401320" y="211709"/>
                    <a:pt x="375412" y="233045"/>
                  </a:cubicBezTo>
                  <a:cubicBezTo>
                    <a:pt x="349504" y="254381"/>
                    <a:pt x="324485" y="276987"/>
                    <a:pt x="300736" y="300736"/>
                  </a:cubicBezTo>
                  <a:cubicBezTo>
                    <a:pt x="276987" y="324485"/>
                    <a:pt x="254381" y="349377"/>
                    <a:pt x="233045" y="375412"/>
                  </a:cubicBezTo>
                  <a:cubicBezTo>
                    <a:pt x="211709" y="401447"/>
                    <a:pt x="191770" y="428371"/>
                    <a:pt x="172974" y="456311"/>
                  </a:cubicBezTo>
                  <a:cubicBezTo>
                    <a:pt x="154178" y="484251"/>
                    <a:pt x="137033" y="513080"/>
                    <a:pt x="121158" y="542671"/>
                  </a:cubicBezTo>
                  <a:cubicBezTo>
                    <a:pt x="105283" y="572262"/>
                    <a:pt x="90932" y="602742"/>
                    <a:pt x="78105" y="633730"/>
                  </a:cubicBezTo>
                  <a:cubicBezTo>
                    <a:pt x="65278" y="664718"/>
                    <a:pt x="53975" y="696468"/>
                    <a:pt x="44196" y="728599"/>
                  </a:cubicBezTo>
                  <a:cubicBezTo>
                    <a:pt x="34417" y="760730"/>
                    <a:pt x="26289" y="793369"/>
                    <a:pt x="19685" y="826262"/>
                  </a:cubicBezTo>
                  <a:cubicBezTo>
                    <a:pt x="13081" y="859155"/>
                    <a:pt x="8255" y="892429"/>
                    <a:pt x="4953" y="925957"/>
                  </a:cubicBezTo>
                  <a:cubicBezTo>
                    <a:pt x="1651" y="959485"/>
                    <a:pt x="0" y="993013"/>
                    <a:pt x="0" y="1026541"/>
                  </a:cubicBezTo>
                  <a:cubicBezTo>
                    <a:pt x="0" y="1060069"/>
                    <a:pt x="1651" y="1093724"/>
                    <a:pt x="4953" y="1127125"/>
                  </a:cubicBezTo>
                  <a:cubicBezTo>
                    <a:pt x="8255" y="1160526"/>
                    <a:pt x="13208" y="1193800"/>
                    <a:pt x="19685" y="1226820"/>
                  </a:cubicBezTo>
                  <a:cubicBezTo>
                    <a:pt x="26162" y="1259840"/>
                    <a:pt x="34417" y="1292352"/>
                    <a:pt x="44196" y="1324483"/>
                  </a:cubicBezTo>
                  <a:cubicBezTo>
                    <a:pt x="53975" y="1356614"/>
                    <a:pt x="65278" y="1388237"/>
                    <a:pt x="78105" y="1419352"/>
                  </a:cubicBezTo>
                  <a:cubicBezTo>
                    <a:pt x="90932" y="1450467"/>
                    <a:pt x="105283" y="1480820"/>
                    <a:pt x="121158" y="1510411"/>
                  </a:cubicBezTo>
                  <a:cubicBezTo>
                    <a:pt x="137033" y="1540002"/>
                    <a:pt x="154305" y="1568831"/>
                    <a:pt x="172974" y="1596771"/>
                  </a:cubicBezTo>
                  <a:cubicBezTo>
                    <a:pt x="191643" y="1624711"/>
                    <a:pt x="211709" y="1651762"/>
                    <a:pt x="233045" y="1677670"/>
                  </a:cubicBezTo>
                  <a:cubicBezTo>
                    <a:pt x="254381" y="1703578"/>
                    <a:pt x="276987" y="1728597"/>
                    <a:pt x="300736" y="1752346"/>
                  </a:cubicBezTo>
                  <a:cubicBezTo>
                    <a:pt x="324485" y="1776095"/>
                    <a:pt x="349377" y="1798701"/>
                    <a:pt x="375412" y="1820037"/>
                  </a:cubicBezTo>
                  <a:cubicBezTo>
                    <a:pt x="401447" y="1841373"/>
                    <a:pt x="428371" y="1861312"/>
                    <a:pt x="456311" y="1880108"/>
                  </a:cubicBezTo>
                  <a:cubicBezTo>
                    <a:pt x="484251" y="1898904"/>
                    <a:pt x="513080" y="1916049"/>
                    <a:pt x="542671" y="1931924"/>
                  </a:cubicBezTo>
                  <a:cubicBezTo>
                    <a:pt x="572262" y="1947799"/>
                    <a:pt x="602742" y="1962150"/>
                    <a:pt x="633730" y="1974977"/>
                  </a:cubicBezTo>
                  <a:cubicBezTo>
                    <a:pt x="664718" y="1987804"/>
                    <a:pt x="696468" y="1999107"/>
                    <a:pt x="728599" y="2008886"/>
                  </a:cubicBezTo>
                  <a:cubicBezTo>
                    <a:pt x="760730" y="2018665"/>
                    <a:pt x="793369" y="2026793"/>
                    <a:pt x="826262" y="2033397"/>
                  </a:cubicBezTo>
                  <a:cubicBezTo>
                    <a:pt x="859155" y="2040001"/>
                    <a:pt x="892429" y="2044827"/>
                    <a:pt x="925957" y="2048129"/>
                  </a:cubicBezTo>
                  <a:cubicBezTo>
                    <a:pt x="959104" y="2051431"/>
                    <a:pt x="992378" y="2053082"/>
                    <a:pt x="1025652" y="2053082"/>
                  </a:cubicBezTo>
                  <a:lnTo>
                    <a:pt x="1027430" y="2053082"/>
                  </a:lnTo>
                  <a:cubicBezTo>
                    <a:pt x="1027811" y="2053082"/>
                    <a:pt x="1028192" y="2053082"/>
                    <a:pt x="1028700" y="2053082"/>
                  </a:cubicBezTo>
                  <a:lnTo>
                    <a:pt x="1028700" y="2053082"/>
                  </a:lnTo>
                  <a:lnTo>
                    <a:pt x="1028700" y="0"/>
                  </a:lnTo>
                  <a:lnTo>
                    <a:pt x="1028700" y="0"/>
                  </a:lnTo>
                  <a:cubicBezTo>
                    <a:pt x="1027938" y="0"/>
                    <a:pt x="1027303" y="0"/>
                    <a:pt x="1026541" y="0"/>
                  </a:cubicBezTo>
                  <a:close/>
                </a:path>
              </a:pathLst>
            </a:custGeom>
            <a:solidFill>
              <a:srgbClr val="85CCE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8" name="Google Shape;108;p2"/>
          <p:cNvSpPr/>
          <p:nvPr/>
        </p:nvSpPr>
        <p:spPr>
          <a:xfrm>
            <a:off x="0" y="7144502"/>
            <a:ext cx="2875029" cy="3142485"/>
          </a:xfrm>
          <a:custGeom>
            <a:rect b="b" l="l" r="r" t="t"/>
            <a:pathLst>
              <a:path extrusionOk="0" h="3142488" w="2875026">
                <a:moveTo>
                  <a:pt x="0" y="0"/>
                </a:moveTo>
                <a:lnTo>
                  <a:pt x="0" y="3142488"/>
                </a:lnTo>
                <a:lnTo>
                  <a:pt x="2875026" y="3142488"/>
                </a:lnTo>
                <a:lnTo>
                  <a:pt x="2875026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109" name="Google Shape;109;p2"/>
          <p:cNvSpPr/>
          <p:nvPr/>
        </p:nvSpPr>
        <p:spPr>
          <a:xfrm>
            <a:off x="0" y="0"/>
            <a:ext cx="2531110" cy="2055368"/>
          </a:xfrm>
          <a:custGeom>
            <a:rect b="b" l="l" r="r" t="t"/>
            <a:pathLst>
              <a:path extrusionOk="0" h="2055368" w="2531110">
                <a:moveTo>
                  <a:pt x="0" y="0"/>
                </a:moveTo>
                <a:lnTo>
                  <a:pt x="0" y="2055368"/>
                </a:lnTo>
                <a:lnTo>
                  <a:pt x="2531110" y="2055368"/>
                </a:lnTo>
                <a:lnTo>
                  <a:pt x="253111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110" name="Google Shape;110;p2"/>
          <p:cNvSpPr/>
          <p:nvPr/>
        </p:nvSpPr>
        <p:spPr>
          <a:xfrm>
            <a:off x="15201900" y="7843237"/>
            <a:ext cx="3086100" cy="2443738"/>
          </a:xfrm>
          <a:custGeom>
            <a:rect b="b" l="l" r="r" t="t"/>
            <a:pathLst>
              <a:path extrusionOk="0" h="2443734" w="3086100">
                <a:moveTo>
                  <a:pt x="0" y="0"/>
                </a:moveTo>
                <a:lnTo>
                  <a:pt x="0" y="2443734"/>
                </a:lnTo>
                <a:lnTo>
                  <a:pt x="3086100" y="2443734"/>
                </a:lnTo>
                <a:lnTo>
                  <a:pt x="308610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111" name="Google Shape;111;p2"/>
          <p:cNvSpPr txBox="1"/>
          <p:nvPr/>
        </p:nvSpPr>
        <p:spPr>
          <a:xfrm>
            <a:off x="4383996" y="570928"/>
            <a:ext cx="9390650" cy="6949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998" u="none" cap="none" strike="noStrike">
                <a:solidFill>
                  <a:srgbClr val="007D9C"/>
                </a:solidFill>
                <a:latin typeface="Arial"/>
                <a:ea typeface="Arial"/>
                <a:cs typeface="Arial"/>
                <a:sym typeface="Arial"/>
              </a:rPr>
              <a:t>RANDOM FOREST</a:t>
            </a:r>
            <a:endParaRPr/>
          </a:p>
        </p:txBody>
      </p:sp>
      <p:sp>
        <p:nvSpPr>
          <p:cNvPr id="112" name="Google Shape;112;p2"/>
          <p:cNvSpPr txBox="1"/>
          <p:nvPr/>
        </p:nvSpPr>
        <p:spPr>
          <a:xfrm>
            <a:off x="6367272" y="1440590"/>
            <a:ext cx="121148" cy="9740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500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89" u="none" cap="none" strike="noStrike">
                <a:solidFill>
                  <a:srgbClr val="007D9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113" name="Google Shape;113;p2"/>
          <p:cNvSpPr txBox="1"/>
          <p:nvPr/>
        </p:nvSpPr>
        <p:spPr>
          <a:xfrm>
            <a:off x="2171890" y="1754915"/>
            <a:ext cx="13302000" cy="5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6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89" u="none" cap="none" strike="noStrike">
                <a:solidFill>
                  <a:srgbClr val="007D9C"/>
                </a:solidFill>
                <a:latin typeface="Arial"/>
                <a:ea typeface="Arial"/>
                <a:cs typeface="Arial"/>
                <a:sym typeface="Arial"/>
              </a:rPr>
              <a:t>1.</a:t>
            </a:r>
            <a:r>
              <a:rPr b="1" i="0" lang="en-US" sz="3489" u="none" cap="none" strike="noStrike">
                <a:solidFill>
                  <a:srgbClr val="007D9C"/>
                </a:solidFill>
                <a:latin typeface="Arial"/>
                <a:ea typeface="Arial"/>
                <a:cs typeface="Arial"/>
                <a:sym typeface="Arial"/>
              </a:rPr>
              <a:t>Random Forest is an ensemble learning method based on</a:t>
            </a:r>
            <a:endParaRPr/>
          </a:p>
        </p:txBody>
      </p:sp>
      <p:sp>
        <p:nvSpPr>
          <p:cNvPr id="114" name="Google Shape;114;p2"/>
          <p:cNvSpPr txBox="1"/>
          <p:nvPr/>
        </p:nvSpPr>
        <p:spPr>
          <a:xfrm>
            <a:off x="2513076" y="2450240"/>
            <a:ext cx="3231737" cy="6597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6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89" u="none" cap="none" strike="noStrike">
                <a:solidFill>
                  <a:srgbClr val="007D9C"/>
                </a:solidFill>
                <a:latin typeface="Arial"/>
                <a:ea typeface="Arial"/>
                <a:cs typeface="Arial"/>
                <a:sym typeface="Arial"/>
              </a:rPr>
              <a:t>Decision Tree.</a:t>
            </a:r>
            <a:endParaRPr/>
          </a:p>
        </p:txBody>
      </p:sp>
      <p:sp>
        <p:nvSpPr>
          <p:cNvPr id="115" name="Google Shape;115;p2"/>
          <p:cNvSpPr txBox="1"/>
          <p:nvPr/>
        </p:nvSpPr>
        <p:spPr>
          <a:xfrm>
            <a:off x="2077079" y="3103464"/>
            <a:ext cx="14839464" cy="7040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6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89" u="none" cap="none" strike="noStrike">
                <a:solidFill>
                  <a:srgbClr val="007D9C"/>
                </a:solidFill>
                <a:latin typeface="Arial"/>
                <a:ea typeface="Arial"/>
                <a:cs typeface="Arial"/>
                <a:sym typeface="Arial"/>
              </a:rPr>
              <a:t>2.</a:t>
            </a:r>
            <a:r>
              <a:rPr b="1" i="0" lang="en-US" sz="3489" u="none" cap="none" strike="noStrike">
                <a:solidFill>
                  <a:srgbClr val="007D9C"/>
                </a:solidFill>
                <a:latin typeface="Arial"/>
                <a:ea typeface="Arial"/>
                <a:cs typeface="Arial"/>
                <a:sym typeface="Arial"/>
              </a:rPr>
              <a:t>It builds many decision tree and merges their outputs (by Voting</a:t>
            </a:r>
            <a:endParaRPr/>
          </a:p>
        </p:txBody>
      </p:sp>
      <p:sp>
        <p:nvSpPr>
          <p:cNvPr id="116" name="Google Shape;116;p2"/>
          <p:cNvSpPr txBox="1"/>
          <p:nvPr/>
        </p:nvSpPr>
        <p:spPr>
          <a:xfrm>
            <a:off x="2513076" y="3798789"/>
            <a:ext cx="9621926" cy="701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6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89" u="none" cap="none" strike="noStrike">
                <a:solidFill>
                  <a:srgbClr val="007D9C"/>
                </a:solidFill>
                <a:latin typeface="Arial"/>
                <a:ea typeface="Arial"/>
                <a:cs typeface="Arial"/>
                <a:sym typeface="Arial"/>
              </a:rPr>
              <a:t>or averaging) to make the final predictions.</a:t>
            </a:r>
            <a:endParaRPr/>
          </a:p>
        </p:txBody>
      </p:sp>
      <p:sp>
        <p:nvSpPr>
          <p:cNvPr id="117" name="Google Shape;117;p2"/>
          <p:cNvSpPr txBox="1"/>
          <p:nvPr/>
        </p:nvSpPr>
        <p:spPr>
          <a:xfrm>
            <a:off x="2071316" y="4536224"/>
            <a:ext cx="11728418" cy="661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6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89" u="none" cap="none" strike="noStrike">
                <a:solidFill>
                  <a:srgbClr val="007D9C"/>
                </a:solidFill>
                <a:latin typeface="Arial"/>
                <a:ea typeface="Arial"/>
                <a:cs typeface="Arial"/>
                <a:sym typeface="Arial"/>
              </a:rPr>
              <a:t>3.</a:t>
            </a:r>
            <a:r>
              <a:rPr b="1" i="0" lang="en-US" sz="3489" u="none" cap="none" strike="noStrike">
                <a:solidFill>
                  <a:srgbClr val="007D9C"/>
                </a:solidFill>
                <a:latin typeface="Arial"/>
                <a:ea typeface="Arial"/>
                <a:cs typeface="Arial"/>
                <a:sym typeface="Arial"/>
              </a:rPr>
              <a:t>works for both classification and regression tasks</a:t>
            </a:r>
            <a:endParaRPr/>
          </a:p>
        </p:txBody>
      </p:sp>
      <p:sp>
        <p:nvSpPr>
          <p:cNvPr id="118" name="Google Shape;118;p2"/>
          <p:cNvSpPr txBox="1"/>
          <p:nvPr/>
        </p:nvSpPr>
        <p:spPr>
          <a:xfrm>
            <a:off x="1979724" y="5403532"/>
            <a:ext cx="14694370" cy="3060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500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89" u="none" cap="none" strike="noStrike">
                <a:solidFill>
                  <a:srgbClr val="007D9C"/>
                </a:solidFill>
                <a:latin typeface="Arial"/>
                <a:ea typeface="Arial"/>
                <a:cs typeface="Arial"/>
                <a:sym typeface="Arial"/>
              </a:rPr>
              <a:t>Simple eg,</a:t>
            </a:r>
            <a:endParaRPr/>
          </a:p>
          <a:p>
            <a:pPr indent="0" lvl="0" marL="0" marR="0" rtl="0" algn="l">
              <a:lnSpc>
                <a:spcPct val="63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89" u="none" cap="none" strike="noStrike">
                <a:solidFill>
                  <a:srgbClr val="007D9C"/>
                </a:solidFill>
                <a:latin typeface="Arial"/>
                <a:ea typeface="Arial"/>
                <a:cs typeface="Arial"/>
                <a:sym typeface="Arial"/>
              </a:rPr>
              <a:t>ask </a:t>
            </a:r>
            <a:r>
              <a:rPr b="0" i="0" lang="en-US" sz="3489" u="none" cap="none" strike="noStrike">
                <a:solidFill>
                  <a:srgbClr val="007D9C"/>
                </a:solidFill>
                <a:latin typeface="Arial"/>
                <a:ea typeface="Arial"/>
                <a:cs typeface="Arial"/>
                <a:sym typeface="Arial"/>
              </a:rPr>
              <a:t>⟶</a:t>
            </a:r>
            <a:r>
              <a:rPr b="1" i="0" lang="en-US" sz="3489" u="none" cap="none" strike="noStrike">
                <a:solidFill>
                  <a:srgbClr val="007D9C"/>
                </a:solidFill>
                <a:latin typeface="Arial"/>
                <a:ea typeface="Arial"/>
                <a:cs typeface="Arial"/>
                <a:sym typeface="Arial"/>
              </a:rPr>
              <a:t> one friend </a:t>
            </a:r>
            <a:r>
              <a:rPr b="0" i="0" lang="en-US" sz="3489" u="none" cap="none" strike="noStrike">
                <a:solidFill>
                  <a:srgbClr val="007D9C"/>
                </a:solidFill>
                <a:latin typeface="Arial"/>
                <a:ea typeface="Arial"/>
                <a:cs typeface="Arial"/>
                <a:sym typeface="Arial"/>
              </a:rPr>
              <a:t>⟶</a:t>
            </a:r>
            <a:r>
              <a:rPr b="1" i="0" lang="en-US" sz="3489" u="none" cap="none" strike="noStrike">
                <a:solidFill>
                  <a:srgbClr val="007D9C"/>
                </a:solidFill>
                <a:latin typeface="Arial"/>
                <a:ea typeface="Arial"/>
                <a:cs typeface="Arial"/>
                <a:sym typeface="Arial"/>
              </a:rPr>
              <a:t> if a movie is good? </a:t>
            </a:r>
            <a:r>
              <a:rPr b="0" i="0" lang="en-US" sz="3489" u="none" cap="none" strike="noStrike">
                <a:solidFill>
                  <a:srgbClr val="007D9C"/>
                </a:solidFill>
                <a:latin typeface="Arial"/>
                <a:ea typeface="Arial"/>
                <a:cs typeface="Arial"/>
                <a:sym typeface="Arial"/>
              </a:rPr>
              <a:t>⟶</a:t>
            </a:r>
            <a:r>
              <a:rPr b="1" i="0" lang="en-US" sz="3489" u="none" cap="none" strike="noStrike">
                <a:solidFill>
                  <a:srgbClr val="007D9C"/>
                </a:solidFill>
                <a:latin typeface="Arial"/>
                <a:ea typeface="Arial"/>
                <a:cs typeface="Arial"/>
                <a:sym typeface="Arial"/>
              </a:rPr>
              <a:t> may get a wrong answer</a:t>
            </a:r>
            <a:endParaRPr/>
          </a:p>
          <a:p>
            <a:pPr indent="0" lvl="0" marL="0" marR="0" rtl="0" algn="l">
              <a:lnSpc>
                <a:spcPct val="2500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89" u="none" cap="none" strike="noStrike">
                <a:solidFill>
                  <a:srgbClr val="007D9C"/>
                </a:solidFill>
                <a:latin typeface="Arial"/>
                <a:ea typeface="Arial"/>
                <a:cs typeface="Arial"/>
                <a:sym typeface="Arial"/>
              </a:rPr>
              <a:t>ask </a:t>
            </a:r>
            <a:r>
              <a:rPr b="0" i="0" lang="en-US" sz="3489" u="none" cap="none" strike="noStrike">
                <a:solidFill>
                  <a:srgbClr val="007D9C"/>
                </a:solidFill>
                <a:latin typeface="Arial"/>
                <a:ea typeface="Arial"/>
                <a:cs typeface="Arial"/>
                <a:sym typeface="Arial"/>
              </a:rPr>
              <a:t>⟶</a:t>
            </a:r>
            <a:r>
              <a:rPr b="1" i="0" lang="en-US" sz="3489" u="none" cap="none" strike="noStrike">
                <a:solidFill>
                  <a:srgbClr val="007D9C"/>
                </a:solidFill>
                <a:latin typeface="Arial"/>
                <a:ea typeface="Arial"/>
                <a:cs typeface="Arial"/>
                <a:sym typeface="Arial"/>
              </a:rPr>
              <a:t> 10 friends </a:t>
            </a:r>
            <a:r>
              <a:rPr b="0" i="0" lang="en-US" sz="3489" u="none" cap="none" strike="noStrike">
                <a:solidFill>
                  <a:srgbClr val="007D9C"/>
                </a:solidFill>
                <a:latin typeface="Arial"/>
                <a:ea typeface="Arial"/>
                <a:cs typeface="Arial"/>
                <a:sym typeface="Arial"/>
              </a:rPr>
              <a:t>⟶</a:t>
            </a:r>
            <a:r>
              <a:rPr b="1" i="0" lang="en-US" sz="3489" u="none" cap="none" strike="noStrike">
                <a:solidFill>
                  <a:srgbClr val="007D9C"/>
                </a:solidFill>
                <a:latin typeface="Arial"/>
                <a:ea typeface="Arial"/>
                <a:cs typeface="Arial"/>
                <a:sym typeface="Arial"/>
              </a:rPr>
              <a:t> go with majority opinions </a:t>
            </a:r>
            <a:r>
              <a:rPr b="0" i="0" lang="en-US" sz="3489" u="none" cap="none" strike="noStrike">
                <a:solidFill>
                  <a:srgbClr val="007D9C"/>
                </a:solidFill>
                <a:latin typeface="Arial"/>
                <a:ea typeface="Arial"/>
                <a:cs typeface="Arial"/>
                <a:sym typeface="Arial"/>
              </a:rPr>
              <a:t>⟶</a:t>
            </a:r>
            <a:r>
              <a:rPr b="1" i="0" lang="en-US" sz="3489" u="none" cap="none" strike="noStrike">
                <a:solidFill>
                  <a:srgbClr val="007D9C"/>
                </a:solidFill>
                <a:latin typeface="Arial"/>
                <a:ea typeface="Arial"/>
                <a:cs typeface="Arial"/>
                <a:sym typeface="Arial"/>
              </a:rPr>
              <a:t> much better chance</a:t>
            </a:r>
            <a:endParaRPr/>
          </a:p>
          <a:p>
            <a:pPr indent="0" lvl="0" marL="0" marR="0" rtl="0" algn="l">
              <a:lnSpc>
                <a:spcPct val="63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89" u="none" cap="none" strike="noStrike">
                <a:solidFill>
                  <a:srgbClr val="007D9C"/>
                </a:solidFill>
                <a:latin typeface="Arial"/>
                <a:ea typeface="Arial"/>
                <a:cs typeface="Arial"/>
                <a:sym typeface="Arial"/>
              </a:rPr>
              <a:t>of making right decisions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FF2F8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"/>
          <p:cNvSpPr/>
          <p:nvPr/>
        </p:nvSpPr>
        <p:spPr>
          <a:xfrm>
            <a:off x="3" y="7365863"/>
            <a:ext cx="2734183" cy="2921121"/>
          </a:xfrm>
          <a:custGeom>
            <a:rect b="b" l="l" r="r" t="t"/>
            <a:pathLst>
              <a:path extrusionOk="0" h="2921127" w="2734183">
                <a:moveTo>
                  <a:pt x="0" y="0"/>
                </a:moveTo>
                <a:lnTo>
                  <a:pt x="0" y="2091817"/>
                </a:lnTo>
                <a:lnTo>
                  <a:pt x="0" y="2091817"/>
                </a:lnTo>
                <a:cubicBezTo>
                  <a:pt x="302641" y="2306193"/>
                  <a:pt x="552323" y="2590419"/>
                  <a:pt x="725551" y="2921127"/>
                </a:cubicBezTo>
                <a:lnTo>
                  <a:pt x="2734183" y="2921127"/>
                </a:lnTo>
                <a:cubicBezTo>
                  <a:pt x="2370455" y="1549146"/>
                  <a:pt x="1334389" y="450723"/>
                  <a:pt x="0" y="0"/>
                </a:cubicBezTo>
                <a:close/>
              </a:path>
            </a:pathLst>
          </a:custGeom>
          <a:solidFill>
            <a:srgbClr val="007D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4" name="Google Shape;124;p3"/>
          <p:cNvGrpSpPr/>
          <p:nvPr/>
        </p:nvGrpSpPr>
        <p:grpSpPr>
          <a:xfrm>
            <a:off x="0" y="0"/>
            <a:ext cx="2407282" cy="2479675"/>
            <a:chOff x="76200" y="76200"/>
            <a:chExt cx="2407285" cy="2479675"/>
          </a:xfrm>
        </p:grpSpPr>
        <p:sp>
          <p:nvSpPr>
            <p:cNvPr id="125" name="Google Shape;125;p3"/>
            <p:cNvSpPr/>
            <p:nvPr/>
          </p:nvSpPr>
          <p:spPr>
            <a:xfrm>
              <a:off x="76200" y="76200"/>
              <a:ext cx="2407285" cy="2032381"/>
            </a:xfrm>
            <a:custGeom>
              <a:rect b="b" l="l" r="r" t="t"/>
              <a:pathLst>
                <a:path extrusionOk="0" h="2032381" w="2407285">
                  <a:moveTo>
                    <a:pt x="0" y="0"/>
                  </a:moveTo>
                  <a:lnTo>
                    <a:pt x="0" y="2032381"/>
                  </a:lnTo>
                  <a:cubicBezTo>
                    <a:pt x="1143508" y="1885061"/>
                    <a:pt x="2078482" y="1074928"/>
                    <a:pt x="2407285" y="0"/>
                  </a:cubicBezTo>
                  <a:close/>
                </a:path>
              </a:pathLst>
            </a:custGeom>
            <a:solidFill>
              <a:srgbClr val="85CCE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3"/>
            <p:cNvSpPr/>
            <p:nvPr/>
          </p:nvSpPr>
          <p:spPr>
            <a:xfrm>
              <a:off x="76200" y="1156081"/>
              <a:ext cx="761238" cy="1399794"/>
            </a:xfrm>
            <a:custGeom>
              <a:rect b="b" l="l" r="r" t="t"/>
              <a:pathLst>
                <a:path extrusionOk="0" h="1399794" w="761238">
                  <a:moveTo>
                    <a:pt x="61341" y="127"/>
                  </a:moveTo>
                  <a:cubicBezTo>
                    <a:pt x="40767" y="127"/>
                    <a:pt x="20320" y="1016"/>
                    <a:pt x="0" y="2794"/>
                  </a:cubicBezTo>
                  <a:lnTo>
                    <a:pt x="0" y="2794"/>
                  </a:lnTo>
                  <a:lnTo>
                    <a:pt x="0" y="1397127"/>
                  </a:lnTo>
                  <a:cubicBezTo>
                    <a:pt x="20320" y="1398905"/>
                    <a:pt x="40767" y="1399794"/>
                    <a:pt x="61341" y="1399794"/>
                  </a:cubicBezTo>
                  <a:cubicBezTo>
                    <a:pt x="107315" y="1399794"/>
                    <a:pt x="152781" y="1395349"/>
                    <a:pt x="197866" y="1386332"/>
                  </a:cubicBezTo>
                  <a:cubicBezTo>
                    <a:pt x="242951" y="1377315"/>
                    <a:pt x="286639" y="1364107"/>
                    <a:pt x="329184" y="1346454"/>
                  </a:cubicBezTo>
                  <a:cubicBezTo>
                    <a:pt x="371729" y="1328801"/>
                    <a:pt x="411988" y="1307338"/>
                    <a:pt x="450215" y="1281811"/>
                  </a:cubicBezTo>
                  <a:cubicBezTo>
                    <a:pt x="488442" y="1256284"/>
                    <a:pt x="523748" y="1227328"/>
                    <a:pt x="556260" y="1194816"/>
                  </a:cubicBezTo>
                  <a:cubicBezTo>
                    <a:pt x="588772" y="1162304"/>
                    <a:pt x="617728" y="1126998"/>
                    <a:pt x="643255" y="1088771"/>
                  </a:cubicBezTo>
                  <a:cubicBezTo>
                    <a:pt x="668782" y="1050544"/>
                    <a:pt x="690372" y="1010285"/>
                    <a:pt x="707898" y="967740"/>
                  </a:cubicBezTo>
                  <a:cubicBezTo>
                    <a:pt x="725424" y="925195"/>
                    <a:pt x="738759" y="881507"/>
                    <a:pt x="747776" y="836422"/>
                  </a:cubicBezTo>
                  <a:cubicBezTo>
                    <a:pt x="756793" y="791337"/>
                    <a:pt x="761238" y="745998"/>
                    <a:pt x="761238" y="700151"/>
                  </a:cubicBezTo>
                  <a:lnTo>
                    <a:pt x="761238" y="699643"/>
                  </a:lnTo>
                  <a:lnTo>
                    <a:pt x="761238" y="699643"/>
                  </a:lnTo>
                  <a:cubicBezTo>
                    <a:pt x="761238" y="653796"/>
                    <a:pt x="756793" y="608330"/>
                    <a:pt x="747776" y="563372"/>
                  </a:cubicBezTo>
                  <a:cubicBezTo>
                    <a:pt x="738759" y="518414"/>
                    <a:pt x="725551" y="474599"/>
                    <a:pt x="707898" y="432054"/>
                  </a:cubicBezTo>
                  <a:cubicBezTo>
                    <a:pt x="690245" y="389509"/>
                    <a:pt x="668782" y="349250"/>
                    <a:pt x="643255" y="311023"/>
                  </a:cubicBezTo>
                  <a:cubicBezTo>
                    <a:pt x="617728" y="272796"/>
                    <a:pt x="588772" y="237490"/>
                    <a:pt x="556260" y="204978"/>
                  </a:cubicBezTo>
                  <a:cubicBezTo>
                    <a:pt x="523748" y="172466"/>
                    <a:pt x="488442" y="143510"/>
                    <a:pt x="450215" y="117983"/>
                  </a:cubicBezTo>
                  <a:cubicBezTo>
                    <a:pt x="411988" y="92456"/>
                    <a:pt x="371729" y="70866"/>
                    <a:pt x="329184" y="53340"/>
                  </a:cubicBezTo>
                  <a:cubicBezTo>
                    <a:pt x="286639" y="35814"/>
                    <a:pt x="242951" y="22479"/>
                    <a:pt x="197866" y="13462"/>
                  </a:cubicBezTo>
                  <a:cubicBezTo>
                    <a:pt x="152781" y="4445"/>
                    <a:pt x="107315" y="0"/>
                    <a:pt x="61341" y="0"/>
                  </a:cubicBezTo>
                  <a:close/>
                </a:path>
              </a:pathLst>
            </a:custGeom>
            <a:solidFill>
              <a:srgbClr val="007D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7" name="Google Shape;127;p3"/>
          <p:cNvGrpSpPr/>
          <p:nvPr/>
        </p:nvGrpSpPr>
        <p:grpSpPr>
          <a:xfrm>
            <a:off x="2114370" y="4831875"/>
            <a:ext cx="146560" cy="146306"/>
            <a:chOff x="63246" y="63373"/>
            <a:chExt cx="146558" cy="146304"/>
          </a:xfrm>
        </p:grpSpPr>
        <p:sp>
          <p:nvSpPr>
            <p:cNvPr id="128" name="Google Shape;128;p3"/>
            <p:cNvSpPr/>
            <p:nvPr/>
          </p:nvSpPr>
          <p:spPr>
            <a:xfrm>
              <a:off x="65278" y="65024"/>
              <a:ext cx="142748" cy="142875"/>
            </a:xfrm>
            <a:custGeom>
              <a:rect b="b" l="l" r="r" t="t"/>
              <a:pathLst>
                <a:path extrusionOk="0" h="142875" w="142748">
                  <a:moveTo>
                    <a:pt x="142748" y="71501"/>
                  </a:moveTo>
                  <a:cubicBezTo>
                    <a:pt x="142748" y="81026"/>
                    <a:pt x="140970" y="90043"/>
                    <a:pt x="137287" y="98806"/>
                  </a:cubicBezTo>
                  <a:cubicBezTo>
                    <a:pt x="133604" y="107569"/>
                    <a:pt x="128524" y="115316"/>
                    <a:pt x="121793" y="121920"/>
                  </a:cubicBezTo>
                  <a:cubicBezTo>
                    <a:pt x="115062" y="128524"/>
                    <a:pt x="107315" y="133731"/>
                    <a:pt x="98679" y="137414"/>
                  </a:cubicBezTo>
                  <a:cubicBezTo>
                    <a:pt x="90043" y="141097"/>
                    <a:pt x="80772" y="142875"/>
                    <a:pt x="71374" y="142875"/>
                  </a:cubicBezTo>
                  <a:cubicBezTo>
                    <a:pt x="61976" y="142875"/>
                    <a:pt x="52832" y="141097"/>
                    <a:pt x="44069" y="137414"/>
                  </a:cubicBezTo>
                  <a:cubicBezTo>
                    <a:pt x="35306" y="133731"/>
                    <a:pt x="27559" y="128651"/>
                    <a:pt x="20955" y="121920"/>
                  </a:cubicBezTo>
                  <a:cubicBezTo>
                    <a:pt x="14351" y="115189"/>
                    <a:pt x="9144" y="107442"/>
                    <a:pt x="5461" y="98806"/>
                  </a:cubicBezTo>
                  <a:cubicBezTo>
                    <a:pt x="1778" y="90170"/>
                    <a:pt x="0" y="80899"/>
                    <a:pt x="0" y="71501"/>
                  </a:cubicBezTo>
                  <a:cubicBezTo>
                    <a:pt x="0" y="62103"/>
                    <a:pt x="1778" y="52959"/>
                    <a:pt x="5461" y="44196"/>
                  </a:cubicBezTo>
                  <a:cubicBezTo>
                    <a:pt x="9144" y="35433"/>
                    <a:pt x="14224" y="27686"/>
                    <a:pt x="20955" y="21082"/>
                  </a:cubicBezTo>
                  <a:cubicBezTo>
                    <a:pt x="27686" y="14478"/>
                    <a:pt x="35179" y="9144"/>
                    <a:pt x="43942" y="5461"/>
                  </a:cubicBezTo>
                  <a:cubicBezTo>
                    <a:pt x="52705" y="1778"/>
                    <a:pt x="61849" y="0"/>
                    <a:pt x="71247" y="0"/>
                  </a:cubicBezTo>
                  <a:cubicBezTo>
                    <a:pt x="80645" y="0"/>
                    <a:pt x="89789" y="1778"/>
                    <a:pt x="98552" y="5461"/>
                  </a:cubicBezTo>
                  <a:cubicBezTo>
                    <a:pt x="107315" y="9144"/>
                    <a:pt x="115062" y="14224"/>
                    <a:pt x="121666" y="20955"/>
                  </a:cubicBezTo>
                  <a:cubicBezTo>
                    <a:pt x="128270" y="27686"/>
                    <a:pt x="133477" y="35433"/>
                    <a:pt x="137160" y="44069"/>
                  </a:cubicBezTo>
                  <a:cubicBezTo>
                    <a:pt x="140843" y="52705"/>
                    <a:pt x="142621" y="61976"/>
                    <a:pt x="142621" y="71374"/>
                  </a:cubicBezTo>
                  <a:close/>
                </a:path>
              </a:pathLst>
            </a:custGeom>
            <a:solidFill>
              <a:srgbClr val="007D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3"/>
            <p:cNvSpPr/>
            <p:nvPr/>
          </p:nvSpPr>
          <p:spPr>
            <a:xfrm>
              <a:off x="63246" y="63373"/>
              <a:ext cx="146558" cy="146304"/>
            </a:xfrm>
            <a:custGeom>
              <a:rect b="b" l="l" r="r" t="t"/>
              <a:pathLst>
                <a:path extrusionOk="0" h="146304" w="146558">
                  <a:moveTo>
                    <a:pt x="146304" y="73152"/>
                  </a:moveTo>
                  <a:cubicBezTo>
                    <a:pt x="146304" y="82804"/>
                    <a:pt x="144399" y="92202"/>
                    <a:pt x="140716" y="101092"/>
                  </a:cubicBezTo>
                  <a:lnTo>
                    <a:pt x="140716" y="101092"/>
                  </a:lnTo>
                  <a:lnTo>
                    <a:pt x="140716" y="101092"/>
                  </a:lnTo>
                  <a:cubicBezTo>
                    <a:pt x="137033" y="109982"/>
                    <a:pt x="131699" y="117983"/>
                    <a:pt x="124841" y="124841"/>
                  </a:cubicBezTo>
                  <a:lnTo>
                    <a:pt x="124841" y="124841"/>
                  </a:lnTo>
                  <a:lnTo>
                    <a:pt x="124841" y="124841"/>
                  </a:lnTo>
                  <a:cubicBezTo>
                    <a:pt x="117983" y="131699"/>
                    <a:pt x="110109" y="136906"/>
                    <a:pt x="101092" y="140716"/>
                  </a:cubicBezTo>
                  <a:lnTo>
                    <a:pt x="100457" y="139192"/>
                  </a:lnTo>
                  <a:lnTo>
                    <a:pt x="101092" y="140716"/>
                  </a:lnTo>
                  <a:cubicBezTo>
                    <a:pt x="92202" y="144399"/>
                    <a:pt x="82804" y="146304"/>
                    <a:pt x="73152" y="146304"/>
                  </a:cubicBezTo>
                  <a:lnTo>
                    <a:pt x="73152" y="144780"/>
                  </a:lnTo>
                  <a:lnTo>
                    <a:pt x="73152" y="146304"/>
                  </a:lnTo>
                  <a:cubicBezTo>
                    <a:pt x="63500" y="146304"/>
                    <a:pt x="54102" y="144399"/>
                    <a:pt x="45212" y="140716"/>
                  </a:cubicBezTo>
                  <a:lnTo>
                    <a:pt x="45847" y="139192"/>
                  </a:lnTo>
                  <a:lnTo>
                    <a:pt x="45212" y="140716"/>
                  </a:lnTo>
                  <a:cubicBezTo>
                    <a:pt x="36322" y="137033"/>
                    <a:pt x="28321" y="131699"/>
                    <a:pt x="21463" y="124841"/>
                  </a:cubicBezTo>
                  <a:lnTo>
                    <a:pt x="22606" y="123698"/>
                  </a:lnTo>
                  <a:lnTo>
                    <a:pt x="21463" y="124841"/>
                  </a:lnTo>
                  <a:cubicBezTo>
                    <a:pt x="14605" y="117983"/>
                    <a:pt x="9398" y="110109"/>
                    <a:pt x="5588" y="101092"/>
                  </a:cubicBezTo>
                  <a:lnTo>
                    <a:pt x="7112" y="100457"/>
                  </a:lnTo>
                  <a:lnTo>
                    <a:pt x="5588" y="101092"/>
                  </a:lnTo>
                  <a:cubicBezTo>
                    <a:pt x="1905" y="92202"/>
                    <a:pt x="0" y="82804"/>
                    <a:pt x="0" y="73152"/>
                  </a:cubicBezTo>
                  <a:lnTo>
                    <a:pt x="1524" y="73152"/>
                  </a:lnTo>
                  <a:lnTo>
                    <a:pt x="254" y="73152"/>
                  </a:lnTo>
                  <a:cubicBezTo>
                    <a:pt x="254" y="63500"/>
                    <a:pt x="2159" y="54102"/>
                    <a:pt x="5842" y="45212"/>
                  </a:cubicBezTo>
                  <a:lnTo>
                    <a:pt x="7366" y="45847"/>
                  </a:lnTo>
                  <a:lnTo>
                    <a:pt x="5842" y="45212"/>
                  </a:lnTo>
                  <a:cubicBezTo>
                    <a:pt x="9525" y="36322"/>
                    <a:pt x="14859" y="28321"/>
                    <a:pt x="21717" y="21463"/>
                  </a:cubicBezTo>
                  <a:lnTo>
                    <a:pt x="22860" y="22606"/>
                  </a:lnTo>
                  <a:lnTo>
                    <a:pt x="21717" y="21463"/>
                  </a:lnTo>
                  <a:cubicBezTo>
                    <a:pt x="28575" y="14605"/>
                    <a:pt x="36449" y="9398"/>
                    <a:pt x="45466" y="5588"/>
                  </a:cubicBezTo>
                  <a:lnTo>
                    <a:pt x="46101" y="7112"/>
                  </a:lnTo>
                  <a:lnTo>
                    <a:pt x="45466" y="5588"/>
                  </a:lnTo>
                  <a:cubicBezTo>
                    <a:pt x="54356" y="1905"/>
                    <a:pt x="63754" y="0"/>
                    <a:pt x="73406" y="0"/>
                  </a:cubicBezTo>
                  <a:lnTo>
                    <a:pt x="73406" y="1524"/>
                  </a:lnTo>
                  <a:lnTo>
                    <a:pt x="73406" y="127"/>
                  </a:lnTo>
                  <a:cubicBezTo>
                    <a:pt x="83058" y="127"/>
                    <a:pt x="92456" y="2032"/>
                    <a:pt x="101346" y="5715"/>
                  </a:cubicBezTo>
                  <a:lnTo>
                    <a:pt x="100711" y="7239"/>
                  </a:lnTo>
                  <a:lnTo>
                    <a:pt x="101346" y="5715"/>
                  </a:lnTo>
                  <a:cubicBezTo>
                    <a:pt x="110236" y="9398"/>
                    <a:pt x="118237" y="14732"/>
                    <a:pt x="125095" y="21590"/>
                  </a:cubicBezTo>
                  <a:lnTo>
                    <a:pt x="125095" y="21590"/>
                  </a:lnTo>
                  <a:lnTo>
                    <a:pt x="125095" y="21590"/>
                  </a:lnTo>
                  <a:cubicBezTo>
                    <a:pt x="131953" y="28448"/>
                    <a:pt x="137160" y="36322"/>
                    <a:pt x="140970" y="45339"/>
                  </a:cubicBezTo>
                  <a:lnTo>
                    <a:pt x="140970" y="45339"/>
                  </a:lnTo>
                  <a:lnTo>
                    <a:pt x="140970" y="45339"/>
                  </a:lnTo>
                  <a:cubicBezTo>
                    <a:pt x="144653" y="54229"/>
                    <a:pt x="146558" y="63627"/>
                    <a:pt x="146558" y="73279"/>
                  </a:cubicBezTo>
                  <a:lnTo>
                    <a:pt x="145034" y="73279"/>
                  </a:lnTo>
                  <a:lnTo>
                    <a:pt x="146558" y="73279"/>
                  </a:lnTo>
                  <a:moveTo>
                    <a:pt x="143383" y="73279"/>
                  </a:moveTo>
                  <a:cubicBezTo>
                    <a:pt x="143383" y="64008"/>
                    <a:pt x="141605" y="55118"/>
                    <a:pt x="138049" y="46609"/>
                  </a:cubicBezTo>
                  <a:lnTo>
                    <a:pt x="139573" y="45974"/>
                  </a:lnTo>
                  <a:lnTo>
                    <a:pt x="138049" y="46609"/>
                  </a:lnTo>
                  <a:cubicBezTo>
                    <a:pt x="134493" y="38100"/>
                    <a:pt x="129413" y="30480"/>
                    <a:pt x="122936" y="24003"/>
                  </a:cubicBezTo>
                  <a:lnTo>
                    <a:pt x="124079" y="22860"/>
                  </a:lnTo>
                  <a:lnTo>
                    <a:pt x="122936" y="24003"/>
                  </a:lnTo>
                  <a:cubicBezTo>
                    <a:pt x="116332" y="17399"/>
                    <a:pt x="108839" y="12446"/>
                    <a:pt x="100330" y="8890"/>
                  </a:cubicBezTo>
                  <a:lnTo>
                    <a:pt x="100330" y="8890"/>
                  </a:lnTo>
                  <a:lnTo>
                    <a:pt x="100330" y="8890"/>
                  </a:lnTo>
                  <a:cubicBezTo>
                    <a:pt x="91821" y="5334"/>
                    <a:pt x="82804" y="3556"/>
                    <a:pt x="73660" y="3556"/>
                  </a:cubicBezTo>
                  <a:cubicBezTo>
                    <a:pt x="64516" y="3556"/>
                    <a:pt x="55499" y="5334"/>
                    <a:pt x="46990" y="8890"/>
                  </a:cubicBezTo>
                  <a:lnTo>
                    <a:pt x="46990" y="8890"/>
                  </a:lnTo>
                  <a:lnTo>
                    <a:pt x="46990" y="8890"/>
                  </a:lnTo>
                  <a:cubicBezTo>
                    <a:pt x="38481" y="12446"/>
                    <a:pt x="30861" y="17526"/>
                    <a:pt x="24384" y="24003"/>
                  </a:cubicBezTo>
                  <a:cubicBezTo>
                    <a:pt x="17907" y="30480"/>
                    <a:pt x="12319" y="37846"/>
                    <a:pt x="8763" y="46482"/>
                  </a:cubicBezTo>
                  <a:cubicBezTo>
                    <a:pt x="5207" y="55118"/>
                    <a:pt x="3429" y="64008"/>
                    <a:pt x="3429" y="73152"/>
                  </a:cubicBezTo>
                  <a:cubicBezTo>
                    <a:pt x="3429" y="82296"/>
                    <a:pt x="5207" y="91313"/>
                    <a:pt x="8763" y="99822"/>
                  </a:cubicBezTo>
                  <a:cubicBezTo>
                    <a:pt x="12319" y="108331"/>
                    <a:pt x="17399" y="115951"/>
                    <a:pt x="23876" y="122428"/>
                  </a:cubicBezTo>
                  <a:cubicBezTo>
                    <a:pt x="30353" y="128905"/>
                    <a:pt x="37973" y="133985"/>
                    <a:pt x="46482" y="137541"/>
                  </a:cubicBezTo>
                  <a:lnTo>
                    <a:pt x="46482" y="137541"/>
                  </a:lnTo>
                  <a:lnTo>
                    <a:pt x="46482" y="137541"/>
                  </a:lnTo>
                  <a:cubicBezTo>
                    <a:pt x="54991" y="141097"/>
                    <a:pt x="64008" y="142875"/>
                    <a:pt x="73152" y="142875"/>
                  </a:cubicBezTo>
                  <a:cubicBezTo>
                    <a:pt x="82296" y="142875"/>
                    <a:pt x="91313" y="141097"/>
                    <a:pt x="99822" y="137541"/>
                  </a:cubicBezTo>
                  <a:lnTo>
                    <a:pt x="99822" y="137541"/>
                  </a:lnTo>
                  <a:lnTo>
                    <a:pt x="99822" y="137541"/>
                  </a:lnTo>
                  <a:cubicBezTo>
                    <a:pt x="108331" y="133985"/>
                    <a:pt x="115951" y="128905"/>
                    <a:pt x="122428" y="122428"/>
                  </a:cubicBezTo>
                  <a:lnTo>
                    <a:pt x="123571" y="123571"/>
                  </a:lnTo>
                  <a:lnTo>
                    <a:pt x="122428" y="122428"/>
                  </a:lnTo>
                  <a:cubicBezTo>
                    <a:pt x="129032" y="115824"/>
                    <a:pt x="133985" y="108331"/>
                    <a:pt x="137541" y="99822"/>
                  </a:cubicBezTo>
                  <a:lnTo>
                    <a:pt x="139065" y="100457"/>
                  </a:lnTo>
                  <a:lnTo>
                    <a:pt x="137541" y="99822"/>
                  </a:lnTo>
                  <a:cubicBezTo>
                    <a:pt x="141097" y="91313"/>
                    <a:pt x="142875" y="82296"/>
                    <a:pt x="142875" y="73152"/>
                  </a:cubicBezTo>
                  <a:close/>
                </a:path>
              </a:pathLst>
            </a:custGeom>
            <a:solidFill>
              <a:srgbClr val="007D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0" name="Google Shape;130;p3"/>
          <p:cNvGrpSpPr/>
          <p:nvPr/>
        </p:nvGrpSpPr>
        <p:grpSpPr>
          <a:xfrm>
            <a:off x="2114370" y="5527200"/>
            <a:ext cx="146560" cy="146306"/>
            <a:chOff x="63246" y="63373"/>
            <a:chExt cx="146558" cy="146304"/>
          </a:xfrm>
        </p:grpSpPr>
        <p:sp>
          <p:nvSpPr>
            <p:cNvPr id="131" name="Google Shape;131;p3"/>
            <p:cNvSpPr/>
            <p:nvPr/>
          </p:nvSpPr>
          <p:spPr>
            <a:xfrm>
              <a:off x="65278" y="65024"/>
              <a:ext cx="142748" cy="142875"/>
            </a:xfrm>
            <a:custGeom>
              <a:rect b="b" l="l" r="r" t="t"/>
              <a:pathLst>
                <a:path extrusionOk="0" h="142875" w="142748">
                  <a:moveTo>
                    <a:pt x="142748" y="71501"/>
                  </a:moveTo>
                  <a:cubicBezTo>
                    <a:pt x="142748" y="81026"/>
                    <a:pt x="140970" y="90043"/>
                    <a:pt x="137287" y="98806"/>
                  </a:cubicBezTo>
                  <a:cubicBezTo>
                    <a:pt x="133604" y="107569"/>
                    <a:pt x="128524" y="115316"/>
                    <a:pt x="121793" y="121920"/>
                  </a:cubicBezTo>
                  <a:cubicBezTo>
                    <a:pt x="115062" y="128524"/>
                    <a:pt x="107315" y="133731"/>
                    <a:pt x="98679" y="137414"/>
                  </a:cubicBezTo>
                  <a:cubicBezTo>
                    <a:pt x="90043" y="141097"/>
                    <a:pt x="80772" y="142875"/>
                    <a:pt x="71374" y="142875"/>
                  </a:cubicBezTo>
                  <a:cubicBezTo>
                    <a:pt x="61976" y="142875"/>
                    <a:pt x="52832" y="141097"/>
                    <a:pt x="44069" y="137414"/>
                  </a:cubicBezTo>
                  <a:cubicBezTo>
                    <a:pt x="35306" y="133731"/>
                    <a:pt x="27559" y="128651"/>
                    <a:pt x="20955" y="121920"/>
                  </a:cubicBezTo>
                  <a:cubicBezTo>
                    <a:pt x="14351" y="115189"/>
                    <a:pt x="9144" y="107442"/>
                    <a:pt x="5461" y="98806"/>
                  </a:cubicBezTo>
                  <a:cubicBezTo>
                    <a:pt x="1778" y="90170"/>
                    <a:pt x="0" y="80899"/>
                    <a:pt x="0" y="71501"/>
                  </a:cubicBezTo>
                  <a:cubicBezTo>
                    <a:pt x="0" y="62103"/>
                    <a:pt x="1778" y="52959"/>
                    <a:pt x="5461" y="44196"/>
                  </a:cubicBezTo>
                  <a:cubicBezTo>
                    <a:pt x="9144" y="35433"/>
                    <a:pt x="14224" y="27686"/>
                    <a:pt x="20955" y="21082"/>
                  </a:cubicBezTo>
                  <a:cubicBezTo>
                    <a:pt x="27686" y="14478"/>
                    <a:pt x="35179" y="9144"/>
                    <a:pt x="43942" y="5461"/>
                  </a:cubicBezTo>
                  <a:cubicBezTo>
                    <a:pt x="52705" y="1778"/>
                    <a:pt x="61849" y="0"/>
                    <a:pt x="71247" y="0"/>
                  </a:cubicBezTo>
                  <a:cubicBezTo>
                    <a:pt x="80645" y="0"/>
                    <a:pt x="89789" y="1778"/>
                    <a:pt x="98552" y="5461"/>
                  </a:cubicBezTo>
                  <a:cubicBezTo>
                    <a:pt x="107315" y="9144"/>
                    <a:pt x="115062" y="14224"/>
                    <a:pt x="121666" y="20955"/>
                  </a:cubicBezTo>
                  <a:cubicBezTo>
                    <a:pt x="128270" y="27686"/>
                    <a:pt x="133477" y="35433"/>
                    <a:pt x="137160" y="44069"/>
                  </a:cubicBezTo>
                  <a:cubicBezTo>
                    <a:pt x="140843" y="52705"/>
                    <a:pt x="142621" y="61976"/>
                    <a:pt x="142621" y="71374"/>
                  </a:cubicBezTo>
                  <a:close/>
                </a:path>
              </a:pathLst>
            </a:custGeom>
            <a:solidFill>
              <a:srgbClr val="007D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3"/>
            <p:cNvSpPr/>
            <p:nvPr/>
          </p:nvSpPr>
          <p:spPr>
            <a:xfrm>
              <a:off x="63246" y="63373"/>
              <a:ext cx="146558" cy="146304"/>
            </a:xfrm>
            <a:custGeom>
              <a:rect b="b" l="l" r="r" t="t"/>
              <a:pathLst>
                <a:path extrusionOk="0" h="146304" w="146558">
                  <a:moveTo>
                    <a:pt x="146304" y="73152"/>
                  </a:moveTo>
                  <a:cubicBezTo>
                    <a:pt x="146304" y="82804"/>
                    <a:pt x="144399" y="92202"/>
                    <a:pt x="140716" y="101092"/>
                  </a:cubicBezTo>
                  <a:lnTo>
                    <a:pt x="140716" y="101092"/>
                  </a:lnTo>
                  <a:lnTo>
                    <a:pt x="140716" y="101092"/>
                  </a:lnTo>
                  <a:cubicBezTo>
                    <a:pt x="137033" y="109982"/>
                    <a:pt x="131699" y="117983"/>
                    <a:pt x="124841" y="124841"/>
                  </a:cubicBezTo>
                  <a:lnTo>
                    <a:pt x="124841" y="124841"/>
                  </a:lnTo>
                  <a:lnTo>
                    <a:pt x="124841" y="124841"/>
                  </a:lnTo>
                  <a:cubicBezTo>
                    <a:pt x="117983" y="131699"/>
                    <a:pt x="110109" y="136906"/>
                    <a:pt x="101092" y="140716"/>
                  </a:cubicBezTo>
                  <a:lnTo>
                    <a:pt x="100457" y="139192"/>
                  </a:lnTo>
                  <a:lnTo>
                    <a:pt x="101092" y="140716"/>
                  </a:lnTo>
                  <a:cubicBezTo>
                    <a:pt x="92202" y="144399"/>
                    <a:pt x="82804" y="146304"/>
                    <a:pt x="73152" y="146304"/>
                  </a:cubicBezTo>
                  <a:lnTo>
                    <a:pt x="73152" y="144780"/>
                  </a:lnTo>
                  <a:lnTo>
                    <a:pt x="73152" y="146304"/>
                  </a:lnTo>
                  <a:cubicBezTo>
                    <a:pt x="63500" y="146304"/>
                    <a:pt x="54102" y="144399"/>
                    <a:pt x="45212" y="140716"/>
                  </a:cubicBezTo>
                  <a:lnTo>
                    <a:pt x="45847" y="139192"/>
                  </a:lnTo>
                  <a:lnTo>
                    <a:pt x="45212" y="140716"/>
                  </a:lnTo>
                  <a:cubicBezTo>
                    <a:pt x="36322" y="137033"/>
                    <a:pt x="28321" y="131699"/>
                    <a:pt x="21463" y="124841"/>
                  </a:cubicBezTo>
                  <a:lnTo>
                    <a:pt x="22606" y="123698"/>
                  </a:lnTo>
                  <a:lnTo>
                    <a:pt x="21463" y="124841"/>
                  </a:lnTo>
                  <a:cubicBezTo>
                    <a:pt x="14605" y="117983"/>
                    <a:pt x="9398" y="110109"/>
                    <a:pt x="5588" y="101092"/>
                  </a:cubicBezTo>
                  <a:lnTo>
                    <a:pt x="7112" y="100457"/>
                  </a:lnTo>
                  <a:lnTo>
                    <a:pt x="5588" y="101092"/>
                  </a:lnTo>
                  <a:cubicBezTo>
                    <a:pt x="1905" y="92202"/>
                    <a:pt x="0" y="82804"/>
                    <a:pt x="0" y="73152"/>
                  </a:cubicBezTo>
                  <a:lnTo>
                    <a:pt x="1524" y="73152"/>
                  </a:lnTo>
                  <a:lnTo>
                    <a:pt x="254" y="73152"/>
                  </a:lnTo>
                  <a:cubicBezTo>
                    <a:pt x="254" y="63500"/>
                    <a:pt x="2159" y="54102"/>
                    <a:pt x="5842" y="45212"/>
                  </a:cubicBezTo>
                  <a:lnTo>
                    <a:pt x="7366" y="45847"/>
                  </a:lnTo>
                  <a:lnTo>
                    <a:pt x="5842" y="45212"/>
                  </a:lnTo>
                  <a:cubicBezTo>
                    <a:pt x="9525" y="36322"/>
                    <a:pt x="14859" y="28321"/>
                    <a:pt x="21717" y="21463"/>
                  </a:cubicBezTo>
                  <a:lnTo>
                    <a:pt x="22860" y="22606"/>
                  </a:lnTo>
                  <a:lnTo>
                    <a:pt x="21717" y="21463"/>
                  </a:lnTo>
                  <a:cubicBezTo>
                    <a:pt x="28575" y="14605"/>
                    <a:pt x="36449" y="9398"/>
                    <a:pt x="45466" y="5588"/>
                  </a:cubicBezTo>
                  <a:lnTo>
                    <a:pt x="46101" y="7112"/>
                  </a:lnTo>
                  <a:lnTo>
                    <a:pt x="45466" y="5588"/>
                  </a:lnTo>
                  <a:cubicBezTo>
                    <a:pt x="54356" y="1905"/>
                    <a:pt x="63754" y="0"/>
                    <a:pt x="73406" y="0"/>
                  </a:cubicBezTo>
                  <a:lnTo>
                    <a:pt x="73406" y="1524"/>
                  </a:lnTo>
                  <a:lnTo>
                    <a:pt x="73406" y="127"/>
                  </a:lnTo>
                  <a:cubicBezTo>
                    <a:pt x="83058" y="127"/>
                    <a:pt x="92456" y="2032"/>
                    <a:pt x="101346" y="5715"/>
                  </a:cubicBezTo>
                  <a:lnTo>
                    <a:pt x="100711" y="7239"/>
                  </a:lnTo>
                  <a:lnTo>
                    <a:pt x="101346" y="5715"/>
                  </a:lnTo>
                  <a:cubicBezTo>
                    <a:pt x="110236" y="9398"/>
                    <a:pt x="118237" y="14732"/>
                    <a:pt x="125095" y="21590"/>
                  </a:cubicBezTo>
                  <a:lnTo>
                    <a:pt x="125095" y="21590"/>
                  </a:lnTo>
                  <a:lnTo>
                    <a:pt x="125095" y="21590"/>
                  </a:lnTo>
                  <a:cubicBezTo>
                    <a:pt x="131953" y="28448"/>
                    <a:pt x="137160" y="36322"/>
                    <a:pt x="140970" y="45339"/>
                  </a:cubicBezTo>
                  <a:lnTo>
                    <a:pt x="140970" y="45339"/>
                  </a:lnTo>
                  <a:lnTo>
                    <a:pt x="140970" y="45339"/>
                  </a:lnTo>
                  <a:cubicBezTo>
                    <a:pt x="144653" y="54229"/>
                    <a:pt x="146558" y="63627"/>
                    <a:pt x="146558" y="73279"/>
                  </a:cubicBezTo>
                  <a:lnTo>
                    <a:pt x="145034" y="73279"/>
                  </a:lnTo>
                  <a:lnTo>
                    <a:pt x="146558" y="73279"/>
                  </a:lnTo>
                  <a:moveTo>
                    <a:pt x="143383" y="73279"/>
                  </a:moveTo>
                  <a:cubicBezTo>
                    <a:pt x="143383" y="64008"/>
                    <a:pt x="141605" y="55118"/>
                    <a:pt x="138049" y="46609"/>
                  </a:cubicBezTo>
                  <a:lnTo>
                    <a:pt x="139573" y="45974"/>
                  </a:lnTo>
                  <a:lnTo>
                    <a:pt x="138049" y="46609"/>
                  </a:lnTo>
                  <a:cubicBezTo>
                    <a:pt x="134493" y="38100"/>
                    <a:pt x="129413" y="30480"/>
                    <a:pt x="122936" y="24003"/>
                  </a:cubicBezTo>
                  <a:lnTo>
                    <a:pt x="124079" y="22860"/>
                  </a:lnTo>
                  <a:lnTo>
                    <a:pt x="122936" y="24003"/>
                  </a:lnTo>
                  <a:cubicBezTo>
                    <a:pt x="116332" y="17399"/>
                    <a:pt x="108839" y="12446"/>
                    <a:pt x="100330" y="8890"/>
                  </a:cubicBezTo>
                  <a:lnTo>
                    <a:pt x="100330" y="8890"/>
                  </a:lnTo>
                  <a:lnTo>
                    <a:pt x="100330" y="8890"/>
                  </a:lnTo>
                  <a:cubicBezTo>
                    <a:pt x="91821" y="5334"/>
                    <a:pt x="82804" y="3556"/>
                    <a:pt x="73660" y="3556"/>
                  </a:cubicBezTo>
                  <a:cubicBezTo>
                    <a:pt x="64516" y="3556"/>
                    <a:pt x="55499" y="5334"/>
                    <a:pt x="46990" y="8890"/>
                  </a:cubicBezTo>
                  <a:lnTo>
                    <a:pt x="46990" y="8890"/>
                  </a:lnTo>
                  <a:lnTo>
                    <a:pt x="46990" y="8890"/>
                  </a:lnTo>
                  <a:cubicBezTo>
                    <a:pt x="38481" y="12446"/>
                    <a:pt x="30861" y="17526"/>
                    <a:pt x="24384" y="24003"/>
                  </a:cubicBezTo>
                  <a:cubicBezTo>
                    <a:pt x="17907" y="30480"/>
                    <a:pt x="12319" y="37846"/>
                    <a:pt x="8763" y="46482"/>
                  </a:cubicBezTo>
                  <a:cubicBezTo>
                    <a:pt x="5207" y="55118"/>
                    <a:pt x="3429" y="64008"/>
                    <a:pt x="3429" y="73152"/>
                  </a:cubicBezTo>
                  <a:cubicBezTo>
                    <a:pt x="3429" y="82296"/>
                    <a:pt x="5207" y="91313"/>
                    <a:pt x="8763" y="99822"/>
                  </a:cubicBezTo>
                  <a:cubicBezTo>
                    <a:pt x="12319" y="108331"/>
                    <a:pt x="17399" y="115951"/>
                    <a:pt x="23876" y="122428"/>
                  </a:cubicBezTo>
                  <a:cubicBezTo>
                    <a:pt x="30353" y="128905"/>
                    <a:pt x="37973" y="133985"/>
                    <a:pt x="46482" y="137541"/>
                  </a:cubicBezTo>
                  <a:lnTo>
                    <a:pt x="46482" y="137541"/>
                  </a:lnTo>
                  <a:lnTo>
                    <a:pt x="46482" y="137541"/>
                  </a:lnTo>
                  <a:cubicBezTo>
                    <a:pt x="54991" y="141097"/>
                    <a:pt x="64008" y="142875"/>
                    <a:pt x="73152" y="142875"/>
                  </a:cubicBezTo>
                  <a:cubicBezTo>
                    <a:pt x="82296" y="142875"/>
                    <a:pt x="91313" y="141097"/>
                    <a:pt x="99822" y="137541"/>
                  </a:cubicBezTo>
                  <a:lnTo>
                    <a:pt x="99822" y="137541"/>
                  </a:lnTo>
                  <a:lnTo>
                    <a:pt x="99822" y="137541"/>
                  </a:lnTo>
                  <a:cubicBezTo>
                    <a:pt x="108331" y="133985"/>
                    <a:pt x="115951" y="128905"/>
                    <a:pt x="122428" y="122428"/>
                  </a:cubicBezTo>
                  <a:lnTo>
                    <a:pt x="123571" y="123571"/>
                  </a:lnTo>
                  <a:lnTo>
                    <a:pt x="122428" y="122428"/>
                  </a:lnTo>
                  <a:cubicBezTo>
                    <a:pt x="129032" y="115824"/>
                    <a:pt x="133985" y="108331"/>
                    <a:pt x="137541" y="99822"/>
                  </a:cubicBezTo>
                  <a:lnTo>
                    <a:pt x="139065" y="100457"/>
                  </a:lnTo>
                  <a:lnTo>
                    <a:pt x="137541" y="99822"/>
                  </a:lnTo>
                  <a:cubicBezTo>
                    <a:pt x="141097" y="91313"/>
                    <a:pt x="142875" y="82296"/>
                    <a:pt x="142875" y="73152"/>
                  </a:cubicBezTo>
                  <a:close/>
                </a:path>
              </a:pathLst>
            </a:custGeom>
            <a:solidFill>
              <a:srgbClr val="007D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3" name="Google Shape;133;p3"/>
          <p:cNvGrpSpPr/>
          <p:nvPr/>
        </p:nvGrpSpPr>
        <p:grpSpPr>
          <a:xfrm>
            <a:off x="2114370" y="6222525"/>
            <a:ext cx="146560" cy="146306"/>
            <a:chOff x="63246" y="63373"/>
            <a:chExt cx="146558" cy="146304"/>
          </a:xfrm>
        </p:grpSpPr>
        <p:sp>
          <p:nvSpPr>
            <p:cNvPr id="134" name="Google Shape;134;p3"/>
            <p:cNvSpPr/>
            <p:nvPr/>
          </p:nvSpPr>
          <p:spPr>
            <a:xfrm>
              <a:off x="65278" y="65024"/>
              <a:ext cx="142748" cy="142875"/>
            </a:xfrm>
            <a:custGeom>
              <a:rect b="b" l="l" r="r" t="t"/>
              <a:pathLst>
                <a:path extrusionOk="0" h="142875" w="142748">
                  <a:moveTo>
                    <a:pt x="142748" y="71501"/>
                  </a:moveTo>
                  <a:cubicBezTo>
                    <a:pt x="142748" y="81026"/>
                    <a:pt x="140970" y="90043"/>
                    <a:pt x="137287" y="98806"/>
                  </a:cubicBezTo>
                  <a:cubicBezTo>
                    <a:pt x="133604" y="107569"/>
                    <a:pt x="128524" y="115316"/>
                    <a:pt x="121793" y="121920"/>
                  </a:cubicBezTo>
                  <a:cubicBezTo>
                    <a:pt x="115062" y="128524"/>
                    <a:pt x="107315" y="133731"/>
                    <a:pt x="98679" y="137414"/>
                  </a:cubicBezTo>
                  <a:cubicBezTo>
                    <a:pt x="90043" y="141097"/>
                    <a:pt x="80772" y="142875"/>
                    <a:pt x="71374" y="142875"/>
                  </a:cubicBezTo>
                  <a:cubicBezTo>
                    <a:pt x="61976" y="142875"/>
                    <a:pt x="52832" y="141097"/>
                    <a:pt x="44069" y="137414"/>
                  </a:cubicBezTo>
                  <a:cubicBezTo>
                    <a:pt x="35306" y="133731"/>
                    <a:pt x="27559" y="128651"/>
                    <a:pt x="20955" y="121920"/>
                  </a:cubicBezTo>
                  <a:cubicBezTo>
                    <a:pt x="14351" y="115189"/>
                    <a:pt x="9144" y="107442"/>
                    <a:pt x="5461" y="98806"/>
                  </a:cubicBezTo>
                  <a:cubicBezTo>
                    <a:pt x="1778" y="90170"/>
                    <a:pt x="0" y="80899"/>
                    <a:pt x="0" y="71501"/>
                  </a:cubicBezTo>
                  <a:cubicBezTo>
                    <a:pt x="0" y="62103"/>
                    <a:pt x="1778" y="52959"/>
                    <a:pt x="5461" y="44196"/>
                  </a:cubicBezTo>
                  <a:cubicBezTo>
                    <a:pt x="9144" y="35433"/>
                    <a:pt x="14224" y="27686"/>
                    <a:pt x="20955" y="21082"/>
                  </a:cubicBezTo>
                  <a:cubicBezTo>
                    <a:pt x="27686" y="14478"/>
                    <a:pt x="35179" y="9144"/>
                    <a:pt x="43942" y="5461"/>
                  </a:cubicBezTo>
                  <a:cubicBezTo>
                    <a:pt x="52705" y="1778"/>
                    <a:pt x="61849" y="0"/>
                    <a:pt x="71247" y="0"/>
                  </a:cubicBezTo>
                  <a:cubicBezTo>
                    <a:pt x="80645" y="0"/>
                    <a:pt x="89789" y="1778"/>
                    <a:pt x="98552" y="5461"/>
                  </a:cubicBezTo>
                  <a:cubicBezTo>
                    <a:pt x="107315" y="9144"/>
                    <a:pt x="115062" y="14224"/>
                    <a:pt x="121666" y="20955"/>
                  </a:cubicBezTo>
                  <a:cubicBezTo>
                    <a:pt x="128270" y="27686"/>
                    <a:pt x="133477" y="35433"/>
                    <a:pt x="137160" y="44069"/>
                  </a:cubicBezTo>
                  <a:cubicBezTo>
                    <a:pt x="140843" y="52705"/>
                    <a:pt x="142621" y="61976"/>
                    <a:pt x="142621" y="71374"/>
                  </a:cubicBezTo>
                  <a:close/>
                </a:path>
              </a:pathLst>
            </a:custGeom>
            <a:solidFill>
              <a:srgbClr val="007D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3"/>
            <p:cNvSpPr/>
            <p:nvPr/>
          </p:nvSpPr>
          <p:spPr>
            <a:xfrm>
              <a:off x="63246" y="63373"/>
              <a:ext cx="146558" cy="146304"/>
            </a:xfrm>
            <a:custGeom>
              <a:rect b="b" l="l" r="r" t="t"/>
              <a:pathLst>
                <a:path extrusionOk="0" h="146304" w="146558">
                  <a:moveTo>
                    <a:pt x="146304" y="73152"/>
                  </a:moveTo>
                  <a:cubicBezTo>
                    <a:pt x="146304" y="82804"/>
                    <a:pt x="144399" y="92202"/>
                    <a:pt x="140716" y="101092"/>
                  </a:cubicBezTo>
                  <a:lnTo>
                    <a:pt x="140716" y="101092"/>
                  </a:lnTo>
                  <a:lnTo>
                    <a:pt x="140716" y="101092"/>
                  </a:lnTo>
                  <a:cubicBezTo>
                    <a:pt x="137033" y="109982"/>
                    <a:pt x="131699" y="117983"/>
                    <a:pt x="124841" y="124841"/>
                  </a:cubicBezTo>
                  <a:lnTo>
                    <a:pt x="124841" y="124841"/>
                  </a:lnTo>
                  <a:lnTo>
                    <a:pt x="124841" y="124841"/>
                  </a:lnTo>
                  <a:cubicBezTo>
                    <a:pt x="117983" y="131699"/>
                    <a:pt x="110109" y="136906"/>
                    <a:pt x="101092" y="140716"/>
                  </a:cubicBezTo>
                  <a:lnTo>
                    <a:pt x="100457" y="139192"/>
                  </a:lnTo>
                  <a:lnTo>
                    <a:pt x="101092" y="140716"/>
                  </a:lnTo>
                  <a:cubicBezTo>
                    <a:pt x="92202" y="144399"/>
                    <a:pt x="82804" y="146304"/>
                    <a:pt x="73152" y="146304"/>
                  </a:cubicBezTo>
                  <a:lnTo>
                    <a:pt x="73152" y="144780"/>
                  </a:lnTo>
                  <a:lnTo>
                    <a:pt x="73152" y="146304"/>
                  </a:lnTo>
                  <a:cubicBezTo>
                    <a:pt x="63500" y="146304"/>
                    <a:pt x="54102" y="144399"/>
                    <a:pt x="45212" y="140716"/>
                  </a:cubicBezTo>
                  <a:lnTo>
                    <a:pt x="45847" y="139192"/>
                  </a:lnTo>
                  <a:lnTo>
                    <a:pt x="45212" y="140716"/>
                  </a:lnTo>
                  <a:cubicBezTo>
                    <a:pt x="36322" y="137033"/>
                    <a:pt x="28321" y="131699"/>
                    <a:pt x="21463" y="124841"/>
                  </a:cubicBezTo>
                  <a:lnTo>
                    <a:pt x="22606" y="123698"/>
                  </a:lnTo>
                  <a:lnTo>
                    <a:pt x="21463" y="124841"/>
                  </a:lnTo>
                  <a:cubicBezTo>
                    <a:pt x="14605" y="117983"/>
                    <a:pt x="9398" y="110109"/>
                    <a:pt x="5588" y="101092"/>
                  </a:cubicBezTo>
                  <a:lnTo>
                    <a:pt x="7112" y="100457"/>
                  </a:lnTo>
                  <a:lnTo>
                    <a:pt x="5588" y="101092"/>
                  </a:lnTo>
                  <a:cubicBezTo>
                    <a:pt x="1905" y="92202"/>
                    <a:pt x="0" y="82804"/>
                    <a:pt x="0" y="73152"/>
                  </a:cubicBezTo>
                  <a:lnTo>
                    <a:pt x="1524" y="73152"/>
                  </a:lnTo>
                  <a:lnTo>
                    <a:pt x="254" y="73152"/>
                  </a:lnTo>
                  <a:cubicBezTo>
                    <a:pt x="254" y="63500"/>
                    <a:pt x="2159" y="54102"/>
                    <a:pt x="5842" y="45212"/>
                  </a:cubicBezTo>
                  <a:lnTo>
                    <a:pt x="7366" y="45847"/>
                  </a:lnTo>
                  <a:lnTo>
                    <a:pt x="5842" y="45212"/>
                  </a:lnTo>
                  <a:cubicBezTo>
                    <a:pt x="9525" y="36322"/>
                    <a:pt x="14859" y="28321"/>
                    <a:pt x="21717" y="21463"/>
                  </a:cubicBezTo>
                  <a:lnTo>
                    <a:pt x="22860" y="22606"/>
                  </a:lnTo>
                  <a:lnTo>
                    <a:pt x="21717" y="21463"/>
                  </a:lnTo>
                  <a:cubicBezTo>
                    <a:pt x="28575" y="14605"/>
                    <a:pt x="36449" y="9398"/>
                    <a:pt x="45466" y="5588"/>
                  </a:cubicBezTo>
                  <a:lnTo>
                    <a:pt x="46101" y="7112"/>
                  </a:lnTo>
                  <a:lnTo>
                    <a:pt x="45466" y="5588"/>
                  </a:lnTo>
                  <a:cubicBezTo>
                    <a:pt x="54356" y="1905"/>
                    <a:pt x="63754" y="0"/>
                    <a:pt x="73406" y="0"/>
                  </a:cubicBezTo>
                  <a:lnTo>
                    <a:pt x="73406" y="1524"/>
                  </a:lnTo>
                  <a:lnTo>
                    <a:pt x="73406" y="127"/>
                  </a:lnTo>
                  <a:cubicBezTo>
                    <a:pt x="83058" y="127"/>
                    <a:pt x="92456" y="2032"/>
                    <a:pt x="101346" y="5715"/>
                  </a:cubicBezTo>
                  <a:lnTo>
                    <a:pt x="100711" y="7239"/>
                  </a:lnTo>
                  <a:lnTo>
                    <a:pt x="101346" y="5715"/>
                  </a:lnTo>
                  <a:cubicBezTo>
                    <a:pt x="110236" y="9398"/>
                    <a:pt x="118237" y="14732"/>
                    <a:pt x="125095" y="21590"/>
                  </a:cubicBezTo>
                  <a:lnTo>
                    <a:pt x="125095" y="21590"/>
                  </a:lnTo>
                  <a:lnTo>
                    <a:pt x="125095" y="21590"/>
                  </a:lnTo>
                  <a:cubicBezTo>
                    <a:pt x="131953" y="28448"/>
                    <a:pt x="137160" y="36322"/>
                    <a:pt x="140970" y="45339"/>
                  </a:cubicBezTo>
                  <a:lnTo>
                    <a:pt x="140970" y="45339"/>
                  </a:lnTo>
                  <a:lnTo>
                    <a:pt x="140970" y="45339"/>
                  </a:lnTo>
                  <a:cubicBezTo>
                    <a:pt x="144653" y="54229"/>
                    <a:pt x="146558" y="63627"/>
                    <a:pt x="146558" y="73279"/>
                  </a:cubicBezTo>
                  <a:lnTo>
                    <a:pt x="145034" y="73279"/>
                  </a:lnTo>
                  <a:lnTo>
                    <a:pt x="146558" y="73279"/>
                  </a:lnTo>
                  <a:moveTo>
                    <a:pt x="143383" y="73279"/>
                  </a:moveTo>
                  <a:cubicBezTo>
                    <a:pt x="143383" y="64008"/>
                    <a:pt x="141605" y="55118"/>
                    <a:pt x="138049" y="46609"/>
                  </a:cubicBezTo>
                  <a:lnTo>
                    <a:pt x="139573" y="45974"/>
                  </a:lnTo>
                  <a:lnTo>
                    <a:pt x="138049" y="46609"/>
                  </a:lnTo>
                  <a:cubicBezTo>
                    <a:pt x="134493" y="38100"/>
                    <a:pt x="129413" y="30480"/>
                    <a:pt x="122936" y="24003"/>
                  </a:cubicBezTo>
                  <a:lnTo>
                    <a:pt x="124079" y="22860"/>
                  </a:lnTo>
                  <a:lnTo>
                    <a:pt x="122936" y="24003"/>
                  </a:lnTo>
                  <a:cubicBezTo>
                    <a:pt x="116332" y="17399"/>
                    <a:pt x="108839" y="12446"/>
                    <a:pt x="100330" y="8890"/>
                  </a:cubicBezTo>
                  <a:lnTo>
                    <a:pt x="100330" y="8890"/>
                  </a:lnTo>
                  <a:lnTo>
                    <a:pt x="100330" y="8890"/>
                  </a:lnTo>
                  <a:cubicBezTo>
                    <a:pt x="91821" y="5334"/>
                    <a:pt x="82804" y="3556"/>
                    <a:pt x="73660" y="3556"/>
                  </a:cubicBezTo>
                  <a:cubicBezTo>
                    <a:pt x="64516" y="3556"/>
                    <a:pt x="55499" y="5334"/>
                    <a:pt x="46990" y="8890"/>
                  </a:cubicBezTo>
                  <a:lnTo>
                    <a:pt x="46990" y="8890"/>
                  </a:lnTo>
                  <a:lnTo>
                    <a:pt x="46990" y="8890"/>
                  </a:lnTo>
                  <a:cubicBezTo>
                    <a:pt x="38481" y="12446"/>
                    <a:pt x="30861" y="17526"/>
                    <a:pt x="24384" y="24003"/>
                  </a:cubicBezTo>
                  <a:cubicBezTo>
                    <a:pt x="17907" y="30480"/>
                    <a:pt x="12319" y="37846"/>
                    <a:pt x="8763" y="46482"/>
                  </a:cubicBezTo>
                  <a:cubicBezTo>
                    <a:pt x="5207" y="55118"/>
                    <a:pt x="3429" y="64008"/>
                    <a:pt x="3429" y="73152"/>
                  </a:cubicBezTo>
                  <a:cubicBezTo>
                    <a:pt x="3429" y="82296"/>
                    <a:pt x="5207" y="91313"/>
                    <a:pt x="8763" y="99822"/>
                  </a:cubicBezTo>
                  <a:cubicBezTo>
                    <a:pt x="12319" y="108331"/>
                    <a:pt x="17399" y="115951"/>
                    <a:pt x="23876" y="122428"/>
                  </a:cubicBezTo>
                  <a:cubicBezTo>
                    <a:pt x="30353" y="128905"/>
                    <a:pt x="37973" y="133985"/>
                    <a:pt x="46482" y="137541"/>
                  </a:cubicBezTo>
                  <a:lnTo>
                    <a:pt x="46482" y="137541"/>
                  </a:lnTo>
                  <a:lnTo>
                    <a:pt x="46482" y="137541"/>
                  </a:lnTo>
                  <a:cubicBezTo>
                    <a:pt x="54991" y="141097"/>
                    <a:pt x="64008" y="142875"/>
                    <a:pt x="73152" y="142875"/>
                  </a:cubicBezTo>
                  <a:cubicBezTo>
                    <a:pt x="82296" y="142875"/>
                    <a:pt x="91313" y="141097"/>
                    <a:pt x="99822" y="137541"/>
                  </a:cubicBezTo>
                  <a:lnTo>
                    <a:pt x="99822" y="137541"/>
                  </a:lnTo>
                  <a:lnTo>
                    <a:pt x="99822" y="137541"/>
                  </a:lnTo>
                  <a:cubicBezTo>
                    <a:pt x="108331" y="133985"/>
                    <a:pt x="115951" y="128905"/>
                    <a:pt x="122428" y="122428"/>
                  </a:cubicBezTo>
                  <a:lnTo>
                    <a:pt x="123571" y="123571"/>
                  </a:lnTo>
                  <a:lnTo>
                    <a:pt x="122428" y="122428"/>
                  </a:lnTo>
                  <a:cubicBezTo>
                    <a:pt x="129032" y="115824"/>
                    <a:pt x="133985" y="108331"/>
                    <a:pt x="137541" y="99822"/>
                  </a:cubicBezTo>
                  <a:lnTo>
                    <a:pt x="139065" y="100457"/>
                  </a:lnTo>
                  <a:lnTo>
                    <a:pt x="137541" y="99822"/>
                  </a:lnTo>
                  <a:cubicBezTo>
                    <a:pt x="141097" y="91313"/>
                    <a:pt x="142875" y="82296"/>
                    <a:pt x="142875" y="73152"/>
                  </a:cubicBezTo>
                  <a:close/>
                </a:path>
              </a:pathLst>
            </a:custGeom>
            <a:solidFill>
              <a:srgbClr val="007D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6" name="Google Shape;136;p3"/>
          <p:cNvSpPr/>
          <p:nvPr/>
        </p:nvSpPr>
        <p:spPr>
          <a:xfrm>
            <a:off x="15571829" y="3"/>
            <a:ext cx="2716143" cy="1781172"/>
          </a:xfrm>
          <a:custGeom>
            <a:rect b="b" l="l" r="r" t="t"/>
            <a:pathLst>
              <a:path extrusionOk="0" h="1781175" w="2716149">
                <a:moveTo>
                  <a:pt x="0" y="0"/>
                </a:moveTo>
                <a:cubicBezTo>
                  <a:pt x="336677" y="1034034"/>
                  <a:pt x="1308354" y="1781175"/>
                  <a:pt x="2454910" y="1781175"/>
                </a:cubicBezTo>
                <a:cubicBezTo>
                  <a:pt x="2543175" y="1781175"/>
                  <a:pt x="2630297" y="1776730"/>
                  <a:pt x="2716149" y="1768094"/>
                </a:cubicBezTo>
                <a:lnTo>
                  <a:pt x="2716149" y="1768094"/>
                </a:lnTo>
                <a:lnTo>
                  <a:pt x="2716149" y="990600"/>
                </a:lnTo>
                <a:lnTo>
                  <a:pt x="2716149" y="990600"/>
                </a:lnTo>
                <a:cubicBezTo>
                  <a:pt x="2630805" y="1002919"/>
                  <a:pt x="2543556" y="1009396"/>
                  <a:pt x="2454910" y="1009396"/>
                </a:cubicBezTo>
                <a:cubicBezTo>
                  <a:pt x="1743583" y="1009396"/>
                  <a:pt x="1127379" y="597789"/>
                  <a:pt x="831850" y="0"/>
                </a:cubicBezTo>
                <a:close/>
              </a:path>
            </a:pathLst>
          </a:custGeom>
          <a:solidFill>
            <a:srgbClr val="85CC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7" name="Google Shape;137;p3"/>
          <p:cNvGrpSpPr/>
          <p:nvPr/>
        </p:nvGrpSpPr>
        <p:grpSpPr>
          <a:xfrm>
            <a:off x="15555338" y="6703863"/>
            <a:ext cx="2732662" cy="3583175"/>
            <a:chOff x="416941" y="63500"/>
            <a:chExt cx="2732659" cy="3583178"/>
          </a:xfrm>
        </p:grpSpPr>
        <p:sp>
          <p:nvSpPr>
            <p:cNvPr id="138" name="Google Shape;138;p3"/>
            <p:cNvSpPr/>
            <p:nvPr/>
          </p:nvSpPr>
          <p:spPr>
            <a:xfrm>
              <a:off x="416941" y="1332484"/>
              <a:ext cx="2732659" cy="2314194"/>
            </a:xfrm>
            <a:custGeom>
              <a:rect b="b" l="l" r="r" t="t"/>
              <a:pathLst>
                <a:path extrusionOk="0" h="2314194" w="2732659">
                  <a:moveTo>
                    <a:pt x="2732659" y="0"/>
                  </a:moveTo>
                  <a:cubicBezTo>
                    <a:pt x="1508633" y="315087"/>
                    <a:pt x="504952" y="1179195"/>
                    <a:pt x="0" y="2314194"/>
                  </a:cubicBezTo>
                  <a:lnTo>
                    <a:pt x="2732659" y="2314194"/>
                  </a:lnTo>
                  <a:lnTo>
                    <a:pt x="2732659" y="0"/>
                  </a:lnTo>
                  <a:close/>
                </a:path>
              </a:pathLst>
            </a:custGeom>
            <a:solidFill>
              <a:srgbClr val="007D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3"/>
            <p:cNvSpPr/>
            <p:nvPr/>
          </p:nvSpPr>
          <p:spPr>
            <a:xfrm>
              <a:off x="2120900" y="63500"/>
              <a:ext cx="1028700" cy="2053082"/>
            </a:xfrm>
            <a:custGeom>
              <a:rect b="b" l="l" r="r" t="t"/>
              <a:pathLst>
                <a:path extrusionOk="0" h="2053082" w="1028700">
                  <a:moveTo>
                    <a:pt x="1026541" y="0"/>
                  </a:moveTo>
                  <a:cubicBezTo>
                    <a:pt x="992886" y="0"/>
                    <a:pt x="959358" y="1651"/>
                    <a:pt x="925957" y="4953"/>
                  </a:cubicBezTo>
                  <a:cubicBezTo>
                    <a:pt x="892556" y="8255"/>
                    <a:pt x="859282" y="13208"/>
                    <a:pt x="826262" y="19685"/>
                  </a:cubicBezTo>
                  <a:cubicBezTo>
                    <a:pt x="793242" y="26162"/>
                    <a:pt x="760730" y="34417"/>
                    <a:pt x="728599" y="44196"/>
                  </a:cubicBezTo>
                  <a:cubicBezTo>
                    <a:pt x="696468" y="53975"/>
                    <a:pt x="664845" y="65278"/>
                    <a:pt x="633730" y="78105"/>
                  </a:cubicBezTo>
                  <a:cubicBezTo>
                    <a:pt x="602615" y="90932"/>
                    <a:pt x="572262" y="105283"/>
                    <a:pt x="542671" y="121158"/>
                  </a:cubicBezTo>
                  <a:cubicBezTo>
                    <a:pt x="513080" y="137033"/>
                    <a:pt x="484251" y="154305"/>
                    <a:pt x="456311" y="172974"/>
                  </a:cubicBezTo>
                  <a:cubicBezTo>
                    <a:pt x="428371" y="191643"/>
                    <a:pt x="401320" y="211709"/>
                    <a:pt x="375412" y="233045"/>
                  </a:cubicBezTo>
                  <a:cubicBezTo>
                    <a:pt x="349504" y="254381"/>
                    <a:pt x="324485" y="276987"/>
                    <a:pt x="300736" y="300736"/>
                  </a:cubicBezTo>
                  <a:cubicBezTo>
                    <a:pt x="276987" y="324485"/>
                    <a:pt x="254381" y="349377"/>
                    <a:pt x="233045" y="375412"/>
                  </a:cubicBezTo>
                  <a:cubicBezTo>
                    <a:pt x="211709" y="401447"/>
                    <a:pt x="191770" y="428371"/>
                    <a:pt x="172974" y="456311"/>
                  </a:cubicBezTo>
                  <a:cubicBezTo>
                    <a:pt x="154178" y="484251"/>
                    <a:pt x="137033" y="513080"/>
                    <a:pt x="121158" y="542671"/>
                  </a:cubicBezTo>
                  <a:cubicBezTo>
                    <a:pt x="105283" y="572262"/>
                    <a:pt x="90932" y="602742"/>
                    <a:pt x="78105" y="633730"/>
                  </a:cubicBezTo>
                  <a:cubicBezTo>
                    <a:pt x="65278" y="664718"/>
                    <a:pt x="53975" y="696468"/>
                    <a:pt x="44196" y="728599"/>
                  </a:cubicBezTo>
                  <a:cubicBezTo>
                    <a:pt x="34417" y="760730"/>
                    <a:pt x="26289" y="793369"/>
                    <a:pt x="19685" y="826262"/>
                  </a:cubicBezTo>
                  <a:cubicBezTo>
                    <a:pt x="13081" y="859155"/>
                    <a:pt x="8255" y="892429"/>
                    <a:pt x="4953" y="925957"/>
                  </a:cubicBezTo>
                  <a:cubicBezTo>
                    <a:pt x="1651" y="959485"/>
                    <a:pt x="0" y="993013"/>
                    <a:pt x="0" y="1026541"/>
                  </a:cubicBezTo>
                  <a:cubicBezTo>
                    <a:pt x="0" y="1060069"/>
                    <a:pt x="1651" y="1093724"/>
                    <a:pt x="4953" y="1127125"/>
                  </a:cubicBezTo>
                  <a:cubicBezTo>
                    <a:pt x="8255" y="1160526"/>
                    <a:pt x="13208" y="1193800"/>
                    <a:pt x="19685" y="1226820"/>
                  </a:cubicBezTo>
                  <a:cubicBezTo>
                    <a:pt x="26162" y="1259840"/>
                    <a:pt x="34417" y="1292352"/>
                    <a:pt x="44196" y="1324483"/>
                  </a:cubicBezTo>
                  <a:cubicBezTo>
                    <a:pt x="53975" y="1356614"/>
                    <a:pt x="65278" y="1388237"/>
                    <a:pt x="78105" y="1419352"/>
                  </a:cubicBezTo>
                  <a:cubicBezTo>
                    <a:pt x="90932" y="1450467"/>
                    <a:pt x="105283" y="1480820"/>
                    <a:pt x="121158" y="1510411"/>
                  </a:cubicBezTo>
                  <a:cubicBezTo>
                    <a:pt x="137033" y="1540002"/>
                    <a:pt x="154305" y="1568831"/>
                    <a:pt x="172974" y="1596771"/>
                  </a:cubicBezTo>
                  <a:cubicBezTo>
                    <a:pt x="191643" y="1624711"/>
                    <a:pt x="211709" y="1651762"/>
                    <a:pt x="233045" y="1677670"/>
                  </a:cubicBezTo>
                  <a:cubicBezTo>
                    <a:pt x="254381" y="1703578"/>
                    <a:pt x="276987" y="1728597"/>
                    <a:pt x="300736" y="1752346"/>
                  </a:cubicBezTo>
                  <a:cubicBezTo>
                    <a:pt x="324485" y="1776095"/>
                    <a:pt x="349377" y="1798701"/>
                    <a:pt x="375412" y="1820037"/>
                  </a:cubicBezTo>
                  <a:cubicBezTo>
                    <a:pt x="401447" y="1841373"/>
                    <a:pt x="428371" y="1861312"/>
                    <a:pt x="456311" y="1880108"/>
                  </a:cubicBezTo>
                  <a:cubicBezTo>
                    <a:pt x="484251" y="1898904"/>
                    <a:pt x="513080" y="1916049"/>
                    <a:pt x="542671" y="1931924"/>
                  </a:cubicBezTo>
                  <a:cubicBezTo>
                    <a:pt x="572262" y="1947799"/>
                    <a:pt x="602742" y="1962150"/>
                    <a:pt x="633730" y="1974977"/>
                  </a:cubicBezTo>
                  <a:cubicBezTo>
                    <a:pt x="664718" y="1987804"/>
                    <a:pt x="696468" y="1999107"/>
                    <a:pt x="728599" y="2008886"/>
                  </a:cubicBezTo>
                  <a:cubicBezTo>
                    <a:pt x="760730" y="2018665"/>
                    <a:pt x="793369" y="2026793"/>
                    <a:pt x="826262" y="2033397"/>
                  </a:cubicBezTo>
                  <a:cubicBezTo>
                    <a:pt x="859155" y="2040001"/>
                    <a:pt x="892429" y="2044827"/>
                    <a:pt x="925957" y="2048129"/>
                  </a:cubicBezTo>
                  <a:cubicBezTo>
                    <a:pt x="959104" y="2051431"/>
                    <a:pt x="992378" y="2053082"/>
                    <a:pt x="1025652" y="2053082"/>
                  </a:cubicBezTo>
                  <a:lnTo>
                    <a:pt x="1027430" y="2053082"/>
                  </a:lnTo>
                  <a:cubicBezTo>
                    <a:pt x="1027811" y="2053082"/>
                    <a:pt x="1028192" y="2053082"/>
                    <a:pt x="1028700" y="2053082"/>
                  </a:cubicBezTo>
                  <a:lnTo>
                    <a:pt x="1028700" y="2053082"/>
                  </a:lnTo>
                  <a:lnTo>
                    <a:pt x="1028700" y="0"/>
                  </a:lnTo>
                  <a:lnTo>
                    <a:pt x="1028700" y="0"/>
                  </a:lnTo>
                  <a:cubicBezTo>
                    <a:pt x="1027938" y="0"/>
                    <a:pt x="1027303" y="0"/>
                    <a:pt x="1026541" y="0"/>
                  </a:cubicBezTo>
                  <a:close/>
                </a:path>
              </a:pathLst>
            </a:custGeom>
            <a:solidFill>
              <a:srgbClr val="85CCE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0" name="Google Shape;140;p3"/>
          <p:cNvSpPr/>
          <p:nvPr/>
        </p:nvSpPr>
        <p:spPr>
          <a:xfrm>
            <a:off x="0" y="7144502"/>
            <a:ext cx="2875029" cy="3142485"/>
          </a:xfrm>
          <a:custGeom>
            <a:rect b="b" l="l" r="r" t="t"/>
            <a:pathLst>
              <a:path extrusionOk="0" h="3142488" w="2875026">
                <a:moveTo>
                  <a:pt x="0" y="0"/>
                </a:moveTo>
                <a:lnTo>
                  <a:pt x="0" y="3142488"/>
                </a:lnTo>
                <a:lnTo>
                  <a:pt x="2875026" y="3142488"/>
                </a:lnTo>
                <a:lnTo>
                  <a:pt x="2875026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141" name="Google Shape;141;p3"/>
          <p:cNvSpPr/>
          <p:nvPr/>
        </p:nvSpPr>
        <p:spPr>
          <a:xfrm>
            <a:off x="0" y="0"/>
            <a:ext cx="2531110" cy="2055368"/>
          </a:xfrm>
          <a:custGeom>
            <a:rect b="b" l="l" r="r" t="t"/>
            <a:pathLst>
              <a:path extrusionOk="0" h="2055368" w="2531110">
                <a:moveTo>
                  <a:pt x="0" y="0"/>
                </a:moveTo>
                <a:lnTo>
                  <a:pt x="0" y="2055368"/>
                </a:lnTo>
                <a:lnTo>
                  <a:pt x="2531110" y="2055368"/>
                </a:lnTo>
                <a:lnTo>
                  <a:pt x="253111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142" name="Google Shape;142;p3"/>
          <p:cNvSpPr/>
          <p:nvPr/>
        </p:nvSpPr>
        <p:spPr>
          <a:xfrm>
            <a:off x="15201900" y="7843237"/>
            <a:ext cx="3086100" cy="2443738"/>
          </a:xfrm>
          <a:custGeom>
            <a:rect b="b" l="l" r="r" t="t"/>
            <a:pathLst>
              <a:path extrusionOk="0" h="2443734" w="3086100">
                <a:moveTo>
                  <a:pt x="0" y="0"/>
                </a:moveTo>
                <a:lnTo>
                  <a:pt x="0" y="2443734"/>
                </a:lnTo>
                <a:lnTo>
                  <a:pt x="3086100" y="2443734"/>
                </a:lnTo>
                <a:lnTo>
                  <a:pt x="308610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143" name="Google Shape;143;p3"/>
          <p:cNvSpPr txBox="1"/>
          <p:nvPr/>
        </p:nvSpPr>
        <p:spPr>
          <a:xfrm>
            <a:off x="4347848" y="144770"/>
            <a:ext cx="10216629" cy="918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42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97" u="none" cap="none" strike="noStrike">
                <a:solidFill>
                  <a:srgbClr val="007D9C"/>
                </a:solidFill>
                <a:latin typeface="Arial"/>
                <a:ea typeface="Arial"/>
                <a:cs typeface="Arial"/>
                <a:sym typeface="Arial"/>
              </a:rPr>
              <a:t>ENSEMBLE LEARNING</a:t>
            </a:r>
            <a:endParaRPr/>
          </a:p>
        </p:txBody>
      </p:sp>
      <p:sp>
        <p:nvSpPr>
          <p:cNvPr id="144" name="Google Shape;144;p3"/>
          <p:cNvSpPr txBox="1"/>
          <p:nvPr/>
        </p:nvSpPr>
        <p:spPr>
          <a:xfrm>
            <a:off x="5476808" y="1170470"/>
            <a:ext cx="121148" cy="9740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500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89" u="none" cap="none" strike="noStrike">
                <a:solidFill>
                  <a:srgbClr val="007D9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145" name="Google Shape;145;p3"/>
          <p:cNvSpPr txBox="1"/>
          <p:nvPr/>
        </p:nvSpPr>
        <p:spPr>
          <a:xfrm>
            <a:off x="2469747" y="4502315"/>
            <a:ext cx="9287700" cy="22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6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89" u="none" cap="none" strike="noStrike">
                <a:solidFill>
                  <a:srgbClr val="007D9C"/>
                </a:solidFill>
                <a:latin typeface="Arial"/>
                <a:ea typeface="Arial"/>
                <a:cs typeface="Arial"/>
                <a:sym typeface="Arial"/>
              </a:rPr>
              <a:t>increase accuracy </a:t>
            </a:r>
            <a:br>
              <a:rPr b="1" i="0" lang="en-US" sz="3489" u="none" cap="none" strike="noStrike">
                <a:solidFill>
                  <a:srgbClr val="007D9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3489" u="none" cap="none" strike="noStrike">
                <a:solidFill>
                  <a:srgbClr val="007D9C"/>
                </a:solidFill>
                <a:latin typeface="Arial"/>
                <a:ea typeface="Arial"/>
                <a:cs typeface="Arial"/>
                <a:sym typeface="Arial"/>
              </a:rPr>
              <a:t>reduces error and overfitting </a:t>
            </a:r>
            <a:br>
              <a:rPr b="1" i="0" lang="en-US" sz="3489" u="none" cap="none" strike="noStrike">
                <a:solidFill>
                  <a:srgbClr val="007D9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3489" u="none" cap="none" strike="noStrike">
                <a:solidFill>
                  <a:srgbClr val="007D9C"/>
                </a:solidFill>
                <a:latin typeface="Arial"/>
                <a:ea typeface="Arial"/>
                <a:cs typeface="Arial"/>
                <a:sym typeface="Arial"/>
              </a:rPr>
              <a:t>make predictions more robust and stable</a:t>
            </a:r>
            <a:endParaRPr/>
          </a:p>
        </p:txBody>
      </p:sp>
      <p:sp>
        <p:nvSpPr>
          <p:cNvPr id="146" name="Google Shape;146;p3"/>
          <p:cNvSpPr txBox="1"/>
          <p:nvPr/>
        </p:nvSpPr>
        <p:spPr>
          <a:xfrm>
            <a:off x="1979724" y="1442695"/>
            <a:ext cx="13480500" cy="5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6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89" u="none" cap="none" strike="noStrike">
                <a:solidFill>
                  <a:srgbClr val="007D9C"/>
                </a:solidFill>
                <a:latin typeface="Arial"/>
                <a:ea typeface="Arial"/>
                <a:cs typeface="Arial"/>
                <a:sym typeface="Arial"/>
              </a:rPr>
              <a:t>It is a technique where multiple models(called learners)are</a:t>
            </a:r>
            <a:endParaRPr/>
          </a:p>
        </p:txBody>
      </p:sp>
      <p:sp>
        <p:nvSpPr>
          <p:cNvPr id="147" name="Google Shape;147;p3"/>
          <p:cNvSpPr txBox="1"/>
          <p:nvPr/>
        </p:nvSpPr>
        <p:spPr>
          <a:xfrm>
            <a:off x="1979724" y="2180120"/>
            <a:ext cx="12616834" cy="6597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6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89" u="none" cap="none" strike="noStrike">
                <a:solidFill>
                  <a:srgbClr val="007D9C"/>
                </a:solidFill>
                <a:latin typeface="Arial"/>
                <a:ea typeface="Arial"/>
                <a:cs typeface="Arial"/>
                <a:sym typeface="Arial"/>
              </a:rPr>
              <a:t>combined to solve a problem and improve performance.</a:t>
            </a:r>
            <a:endParaRPr/>
          </a:p>
        </p:txBody>
      </p:sp>
      <p:sp>
        <p:nvSpPr>
          <p:cNvPr id="148" name="Google Shape;148;p3"/>
          <p:cNvSpPr txBox="1"/>
          <p:nvPr/>
        </p:nvSpPr>
        <p:spPr>
          <a:xfrm>
            <a:off x="2137286" y="3459575"/>
            <a:ext cx="5418753" cy="8320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797" u="none" cap="none" strike="noStrike">
                <a:solidFill>
                  <a:srgbClr val="007D9C"/>
                </a:solidFill>
                <a:latin typeface="Arial"/>
                <a:ea typeface="Arial"/>
                <a:cs typeface="Arial"/>
                <a:sym typeface="Arial"/>
              </a:rPr>
              <a:t>WHY ENSEMBLE: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FF2F8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4"/>
          <p:cNvSpPr/>
          <p:nvPr/>
        </p:nvSpPr>
        <p:spPr>
          <a:xfrm>
            <a:off x="3" y="7365863"/>
            <a:ext cx="2734183" cy="2921121"/>
          </a:xfrm>
          <a:custGeom>
            <a:rect b="b" l="l" r="r" t="t"/>
            <a:pathLst>
              <a:path extrusionOk="0" h="2921127" w="2734183">
                <a:moveTo>
                  <a:pt x="0" y="0"/>
                </a:moveTo>
                <a:lnTo>
                  <a:pt x="0" y="2091817"/>
                </a:lnTo>
                <a:lnTo>
                  <a:pt x="0" y="2091817"/>
                </a:lnTo>
                <a:cubicBezTo>
                  <a:pt x="302641" y="2306193"/>
                  <a:pt x="552323" y="2590419"/>
                  <a:pt x="725551" y="2921127"/>
                </a:cubicBezTo>
                <a:lnTo>
                  <a:pt x="2734183" y="2921127"/>
                </a:lnTo>
                <a:cubicBezTo>
                  <a:pt x="2370455" y="1549146"/>
                  <a:pt x="1334389" y="450723"/>
                  <a:pt x="0" y="0"/>
                </a:cubicBezTo>
                <a:close/>
              </a:path>
            </a:pathLst>
          </a:custGeom>
          <a:solidFill>
            <a:srgbClr val="007D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4" name="Google Shape;154;p4"/>
          <p:cNvGrpSpPr/>
          <p:nvPr/>
        </p:nvGrpSpPr>
        <p:grpSpPr>
          <a:xfrm>
            <a:off x="0" y="0"/>
            <a:ext cx="2407282" cy="2479675"/>
            <a:chOff x="76200" y="76200"/>
            <a:chExt cx="2407285" cy="2479675"/>
          </a:xfrm>
        </p:grpSpPr>
        <p:sp>
          <p:nvSpPr>
            <p:cNvPr id="155" name="Google Shape;155;p4"/>
            <p:cNvSpPr/>
            <p:nvPr/>
          </p:nvSpPr>
          <p:spPr>
            <a:xfrm>
              <a:off x="76200" y="76200"/>
              <a:ext cx="2407285" cy="2032381"/>
            </a:xfrm>
            <a:custGeom>
              <a:rect b="b" l="l" r="r" t="t"/>
              <a:pathLst>
                <a:path extrusionOk="0" h="2032381" w="2407285">
                  <a:moveTo>
                    <a:pt x="0" y="0"/>
                  </a:moveTo>
                  <a:lnTo>
                    <a:pt x="0" y="2032381"/>
                  </a:lnTo>
                  <a:cubicBezTo>
                    <a:pt x="1143508" y="1885061"/>
                    <a:pt x="2078482" y="1074928"/>
                    <a:pt x="2407285" y="0"/>
                  </a:cubicBezTo>
                  <a:close/>
                </a:path>
              </a:pathLst>
            </a:custGeom>
            <a:solidFill>
              <a:srgbClr val="85CCE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4"/>
            <p:cNvSpPr/>
            <p:nvPr/>
          </p:nvSpPr>
          <p:spPr>
            <a:xfrm>
              <a:off x="76200" y="1156081"/>
              <a:ext cx="761238" cy="1399794"/>
            </a:xfrm>
            <a:custGeom>
              <a:rect b="b" l="l" r="r" t="t"/>
              <a:pathLst>
                <a:path extrusionOk="0" h="1399794" w="761238">
                  <a:moveTo>
                    <a:pt x="61341" y="127"/>
                  </a:moveTo>
                  <a:cubicBezTo>
                    <a:pt x="40767" y="127"/>
                    <a:pt x="20320" y="1016"/>
                    <a:pt x="0" y="2794"/>
                  </a:cubicBezTo>
                  <a:lnTo>
                    <a:pt x="0" y="2794"/>
                  </a:lnTo>
                  <a:lnTo>
                    <a:pt x="0" y="1397127"/>
                  </a:lnTo>
                  <a:cubicBezTo>
                    <a:pt x="20320" y="1398905"/>
                    <a:pt x="40767" y="1399794"/>
                    <a:pt x="61341" y="1399794"/>
                  </a:cubicBezTo>
                  <a:cubicBezTo>
                    <a:pt x="107315" y="1399794"/>
                    <a:pt x="152781" y="1395349"/>
                    <a:pt x="197866" y="1386332"/>
                  </a:cubicBezTo>
                  <a:cubicBezTo>
                    <a:pt x="242951" y="1377315"/>
                    <a:pt x="286639" y="1364107"/>
                    <a:pt x="329184" y="1346454"/>
                  </a:cubicBezTo>
                  <a:cubicBezTo>
                    <a:pt x="371729" y="1328801"/>
                    <a:pt x="411988" y="1307338"/>
                    <a:pt x="450215" y="1281811"/>
                  </a:cubicBezTo>
                  <a:cubicBezTo>
                    <a:pt x="488442" y="1256284"/>
                    <a:pt x="523748" y="1227328"/>
                    <a:pt x="556260" y="1194816"/>
                  </a:cubicBezTo>
                  <a:cubicBezTo>
                    <a:pt x="588772" y="1162304"/>
                    <a:pt x="617728" y="1126998"/>
                    <a:pt x="643255" y="1088771"/>
                  </a:cubicBezTo>
                  <a:cubicBezTo>
                    <a:pt x="668782" y="1050544"/>
                    <a:pt x="690372" y="1010285"/>
                    <a:pt x="707898" y="967740"/>
                  </a:cubicBezTo>
                  <a:cubicBezTo>
                    <a:pt x="725424" y="925195"/>
                    <a:pt x="738759" y="881507"/>
                    <a:pt x="747776" y="836422"/>
                  </a:cubicBezTo>
                  <a:cubicBezTo>
                    <a:pt x="756793" y="791337"/>
                    <a:pt x="761238" y="745998"/>
                    <a:pt x="761238" y="700151"/>
                  </a:cubicBezTo>
                  <a:lnTo>
                    <a:pt x="761238" y="699643"/>
                  </a:lnTo>
                  <a:lnTo>
                    <a:pt x="761238" y="699643"/>
                  </a:lnTo>
                  <a:cubicBezTo>
                    <a:pt x="761238" y="653796"/>
                    <a:pt x="756793" y="608330"/>
                    <a:pt x="747776" y="563372"/>
                  </a:cubicBezTo>
                  <a:cubicBezTo>
                    <a:pt x="738759" y="518414"/>
                    <a:pt x="725551" y="474599"/>
                    <a:pt x="707898" y="432054"/>
                  </a:cubicBezTo>
                  <a:cubicBezTo>
                    <a:pt x="690245" y="389509"/>
                    <a:pt x="668782" y="349250"/>
                    <a:pt x="643255" y="311023"/>
                  </a:cubicBezTo>
                  <a:cubicBezTo>
                    <a:pt x="617728" y="272796"/>
                    <a:pt x="588772" y="237490"/>
                    <a:pt x="556260" y="204978"/>
                  </a:cubicBezTo>
                  <a:cubicBezTo>
                    <a:pt x="523748" y="172466"/>
                    <a:pt x="488442" y="143510"/>
                    <a:pt x="450215" y="117983"/>
                  </a:cubicBezTo>
                  <a:cubicBezTo>
                    <a:pt x="411988" y="92456"/>
                    <a:pt x="371729" y="70866"/>
                    <a:pt x="329184" y="53340"/>
                  </a:cubicBezTo>
                  <a:cubicBezTo>
                    <a:pt x="286639" y="35814"/>
                    <a:pt x="242951" y="22479"/>
                    <a:pt x="197866" y="13462"/>
                  </a:cubicBezTo>
                  <a:cubicBezTo>
                    <a:pt x="152781" y="4445"/>
                    <a:pt x="107315" y="0"/>
                    <a:pt x="61341" y="0"/>
                  </a:cubicBezTo>
                  <a:close/>
                </a:path>
              </a:pathLst>
            </a:custGeom>
            <a:solidFill>
              <a:srgbClr val="007D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7" name="Google Shape;157;p4"/>
          <p:cNvSpPr/>
          <p:nvPr/>
        </p:nvSpPr>
        <p:spPr>
          <a:xfrm>
            <a:off x="15571829" y="3"/>
            <a:ext cx="2716143" cy="1781172"/>
          </a:xfrm>
          <a:custGeom>
            <a:rect b="b" l="l" r="r" t="t"/>
            <a:pathLst>
              <a:path extrusionOk="0" h="1781175" w="2716149">
                <a:moveTo>
                  <a:pt x="0" y="0"/>
                </a:moveTo>
                <a:cubicBezTo>
                  <a:pt x="336677" y="1034034"/>
                  <a:pt x="1308354" y="1781175"/>
                  <a:pt x="2454910" y="1781175"/>
                </a:cubicBezTo>
                <a:cubicBezTo>
                  <a:pt x="2543175" y="1781175"/>
                  <a:pt x="2630297" y="1776730"/>
                  <a:pt x="2716149" y="1768094"/>
                </a:cubicBezTo>
                <a:lnTo>
                  <a:pt x="2716149" y="1768094"/>
                </a:lnTo>
                <a:lnTo>
                  <a:pt x="2716149" y="990600"/>
                </a:lnTo>
                <a:lnTo>
                  <a:pt x="2716149" y="990600"/>
                </a:lnTo>
                <a:cubicBezTo>
                  <a:pt x="2630805" y="1002919"/>
                  <a:pt x="2543556" y="1009396"/>
                  <a:pt x="2454910" y="1009396"/>
                </a:cubicBezTo>
                <a:cubicBezTo>
                  <a:pt x="1743583" y="1009396"/>
                  <a:pt x="1127379" y="597789"/>
                  <a:pt x="831850" y="0"/>
                </a:cubicBezTo>
                <a:close/>
              </a:path>
            </a:pathLst>
          </a:custGeom>
          <a:solidFill>
            <a:srgbClr val="85CC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8" name="Google Shape;158;p4"/>
          <p:cNvGrpSpPr/>
          <p:nvPr/>
        </p:nvGrpSpPr>
        <p:grpSpPr>
          <a:xfrm>
            <a:off x="15555338" y="6703863"/>
            <a:ext cx="2732662" cy="3583175"/>
            <a:chOff x="416941" y="63500"/>
            <a:chExt cx="2732659" cy="3583178"/>
          </a:xfrm>
        </p:grpSpPr>
        <p:sp>
          <p:nvSpPr>
            <p:cNvPr id="159" name="Google Shape;159;p4"/>
            <p:cNvSpPr/>
            <p:nvPr/>
          </p:nvSpPr>
          <p:spPr>
            <a:xfrm>
              <a:off x="416941" y="1332484"/>
              <a:ext cx="2732659" cy="2314194"/>
            </a:xfrm>
            <a:custGeom>
              <a:rect b="b" l="l" r="r" t="t"/>
              <a:pathLst>
                <a:path extrusionOk="0" h="2314194" w="2732659">
                  <a:moveTo>
                    <a:pt x="2732659" y="0"/>
                  </a:moveTo>
                  <a:cubicBezTo>
                    <a:pt x="1508633" y="315087"/>
                    <a:pt x="504952" y="1179195"/>
                    <a:pt x="0" y="2314194"/>
                  </a:cubicBezTo>
                  <a:lnTo>
                    <a:pt x="2732659" y="2314194"/>
                  </a:lnTo>
                  <a:lnTo>
                    <a:pt x="2732659" y="0"/>
                  </a:lnTo>
                  <a:close/>
                </a:path>
              </a:pathLst>
            </a:custGeom>
            <a:solidFill>
              <a:srgbClr val="007D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4"/>
            <p:cNvSpPr/>
            <p:nvPr/>
          </p:nvSpPr>
          <p:spPr>
            <a:xfrm>
              <a:off x="2120900" y="63500"/>
              <a:ext cx="1028700" cy="2053082"/>
            </a:xfrm>
            <a:custGeom>
              <a:rect b="b" l="l" r="r" t="t"/>
              <a:pathLst>
                <a:path extrusionOk="0" h="2053082" w="1028700">
                  <a:moveTo>
                    <a:pt x="1026541" y="0"/>
                  </a:moveTo>
                  <a:cubicBezTo>
                    <a:pt x="992886" y="0"/>
                    <a:pt x="959358" y="1651"/>
                    <a:pt x="925957" y="4953"/>
                  </a:cubicBezTo>
                  <a:cubicBezTo>
                    <a:pt x="892556" y="8255"/>
                    <a:pt x="859282" y="13208"/>
                    <a:pt x="826262" y="19685"/>
                  </a:cubicBezTo>
                  <a:cubicBezTo>
                    <a:pt x="793242" y="26162"/>
                    <a:pt x="760730" y="34417"/>
                    <a:pt x="728599" y="44196"/>
                  </a:cubicBezTo>
                  <a:cubicBezTo>
                    <a:pt x="696468" y="53975"/>
                    <a:pt x="664845" y="65278"/>
                    <a:pt x="633730" y="78105"/>
                  </a:cubicBezTo>
                  <a:cubicBezTo>
                    <a:pt x="602615" y="90932"/>
                    <a:pt x="572262" y="105283"/>
                    <a:pt x="542671" y="121158"/>
                  </a:cubicBezTo>
                  <a:cubicBezTo>
                    <a:pt x="513080" y="137033"/>
                    <a:pt x="484251" y="154305"/>
                    <a:pt x="456311" y="172974"/>
                  </a:cubicBezTo>
                  <a:cubicBezTo>
                    <a:pt x="428371" y="191643"/>
                    <a:pt x="401320" y="211709"/>
                    <a:pt x="375412" y="233045"/>
                  </a:cubicBezTo>
                  <a:cubicBezTo>
                    <a:pt x="349504" y="254381"/>
                    <a:pt x="324485" y="276987"/>
                    <a:pt x="300736" y="300736"/>
                  </a:cubicBezTo>
                  <a:cubicBezTo>
                    <a:pt x="276987" y="324485"/>
                    <a:pt x="254381" y="349377"/>
                    <a:pt x="233045" y="375412"/>
                  </a:cubicBezTo>
                  <a:cubicBezTo>
                    <a:pt x="211709" y="401447"/>
                    <a:pt x="191770" y="428371"/>
                    <a:pt x="172974" y="456311"/>
                  </a:cubicBezTo>
                  <a:cubicBezTo>
                    <a:pt x="154178" y="484251"/>
                    <a:pt x="137033" y="513080"/>
                    <a:pt x="121158" y="542671"/>
                  </a:cubicBezTo>
                  <a:cubicBezTo>
                    <a:pt x="105283" y="572262"/>
                    <a:pt x="90932" y="602742"/>
                    <a:pt x="78105" y="633730"/>
                  </a:cubicBezTo>
                  <a:cubicBezTo>
                    <a:pt x="65278" y="664718"/>
                    <a:pt x="53975" y="696468"/>
                    <a:pt x="44196" y="728599"/>
                  </a:cubicBezTo>
                  <a:cubicBezTo>
                    <a:pt x="34417" y="760730"/>
                    <a:pt x="26289" y="793369"/>
                    <a:pt x="19685" y="826262"/>
                  </a:cubicBezTo>
                  <a:cubicBezTo>
                    <a:pt x="13081" y="859155"/>
                    <a:pt x="8255" y="892429"/>
                    <a:pt x="4953" y="925957"/>
                  </a:cubicBezTo>
                  <a:cubicBezTo>
                    <a:pt x="1651" y="959485"/>
                    <a:pt x="0" y="993013"/>
                    <a:pt x="0" y="1026541"/>
                  </a:cubicBezTo>
                  <a:cubicBezTo>
                    <a:pt x="0" y="1060069"/>
                    <a:pt x="1651" y="1093724"/>
                    <a:pt x="4953" y="1127125"/>
                  </a:cubicBezTo>
                  <a:cubicBezTo>
                    <a:pt x="8255" y="1160526"/>
                    <a:pt x="13208" y="1193800"/>
                    <a:pt x="19685" y="1226820"/>
                  </a:cubicBezTo>
                  <a:cubicBezTo>
                    <a:pt x="26162" y="1259840"/>
                    <a:pt x="34417" y="1292352"/>
                    <a:pt x="44196" y="1324483"/>
                  </a:cubicBezTo>
                  <a:cubicBezTo>
                    <a:pt x="53975" y="1356614"/>
                    <a:pt x="65278" y="1388237"/>
                    <a:pt x="78105" y="1419352"/>
                  </a:cubicBezTo>
                  <a:cubicBezTo>
                    <a:pt x="90932" y="1450467"/>
                    <a:pt x="105283" y="1480820"/>
                    <a:pt x="121158" y="1510411"/>
                  </a:cubicBezTo>
                  <a:cubicBezTo>
                    <a:pt x="137033" y="1540002"/>
                    <a:pt x="154305" y="1568831"/>
                    <a:pt x="172974" y="1596771"/>
                  </a:cubicBezTo>
                  <a:cubicBezTo>
                    <a:pt x="191643" y="1624711"/>
                    <a:pt x="211709" y="1651762"/>
                    <a:pt x="233045" y="1677670"/>
                  </a:cubicBezTo>
                  <a:cubicBezTo>
                    <a:pt x="254381" y="1703578"/>
                    <a:pt x="276987" y="1728597"/>
                    <a:pt x="300736" y="1752346"/>
                  </a:cubicBezTo>
                  <a:cubicBezTo>
                    <a:pt x="324485" y="1776095"/>
                    <a:pt x="349377" y="1798701"/>
                    <a:pt x="375412" y="1820037"/>
                  </a:cubicBezTo>
                  <a:cubicBezTo>
                    <a:pt x="401447" y="1841373"/>
                    <a:pt x="428371" y="1861312"/>
                    <a:pt x="456311" y="1880108"/>
                  </a:cubicBezTo>
                  <a:cubicBezTo>
                    <a:pt x="484251" y="1898904"/>
                    <a:pt x="513080" y="1916049"/>
                    <a:pt x="542671" y="1931924"/>
                  </a:cubicBezTo>
                  <a:cubicBezTo>
                    <a:pt x="572262" y="1947799"/>
                    <a:pt x="602742" y="1962150"/>
                    <a:pt x="633730" y="1974977"/>
                  </a:cubicBezTo>
                  <a:cubicBezTo>
                    <a:pt x="664718" y="1987804"/>
                    <a:pt x="696468" y="1999107"/>
                    <a:pt x="728599" y="2008886"/>
                  </a:cubicBezTo>
                  <a:cubicBezTo>
                    <a:pt x="760730" y="2018665"/>
                    <a:pt x="793369" y="2026793"/>
                    <a:pt x="826262" y="2033397"/>
                  </a:cubicBezTo>
                  <a:cubicBezTo>
                    <a:pt x="859155" y="2040001"/>
                    <a:pt x="892429" y="2044827"/>
                    <a:pt x="925957" y="2048129"/>
                  </a:cubicBezTo>
                  <a:cubicBezTo>
                    <a:pt x="959104" y="2051431"/>
                    <a:pt x="992378" y="2053082"/>
                    <a:pt x="1025652" y="2053082"/>
                  </a:cubicBezTo>
                  <a:lnTo>
                    <a:pt x="1027430" y="2053082"/>
                  </a:lnTo>
                  <a:cubicBezTo>
                    <a:pt x="1027811" y="2053082"/>
                    <a:pt x="1028192" y="2053082"/>
                    <a:pt x="1028700" y="2053082"/>
                  </a:cubicBezTo>
                  <a:lnTo>
                    <a:pt x="1028700" y="2053082"/>
                  </a:lnTo>
                  <a:lnTo>
                    <a:pt x="1028700" y="0"/>
                  </a:lnTo>
                  <a:lnTo>
                    <a:pt x="1028700" y="0"/>
                  </a:lnTo>
                  <a:cubicBezTo>
                    <a:pt x="1027938" y="0"/>
                    <a:pt x="1027303" y="0"/>
                    <a:pt x="1026541" y="0"/>
                  </a:cubicBezTo>
                  <a:close/>
                </a:path>
              </a:pathLst>
            </a:custGeom>
            <a:solidFill>
              <a:srgbClr val="85CCE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1" name="Google Shape;161;p4"/>
          <p:cNvSpPr/>
          <p:nvPr/>
        </p:nvSpPr>
        <p:spPr>
          <a:xfrm>
            <a:off x="761219" y="1080059"/>
            <a:ext cx="16116300" cy="7962900"/>
          </a:xfrm>
          <a:custGeom>
            <a:rect b="b" l="l" r="r" t="t"/>
            <a:pathLst>
              <a:path extrusionOk="0" h="7962900" w="16116300">
                <a:moveTo>
                  <a:pt x="0" y="0"/>
                </a:moveTo>
                <a:lnTo>
                  <a:pt x="16116300" y="0"/>
                </a:lnTo>
                <a:lnTo>
                  <a:pt x="16116300" y="7962900"/>
                </a:lnTo>
                <a:lnTo>
                  <a:pt x="0" y="79629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2" name="Google Shape;162;p4"/>
          <p:cNvSpPr/>
          <p:nvPr/>
        </p:nvSpPr>
        <p:spPr>
          <a:xfrm>
            <a:off x="0" y="7144502"/>
            <a:ext cx="2875029" cy="3142485"/>
          </a:xfrm>
          <a:custGeom>
            <a:rect b="b" l="l" r="r" t="t"/>
            <a:pathLst>
              <a:path extrusionOk="0" h="3142488" w="2875026">
                <a:moveTo>
                  <a:pt x="0" y="0"/>
                </a:moveTo>
                <a:lnTo>
                  <a:pt x="0" y="3142488"/>
                </a:lnTo>
                <a:lnTo>
                  <a:pt x="2875026" y="3142488"/>
                </a:lnTo>
                <a:lnTo>
                  <a:pt x="2875026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163" name="Google Shape;163;p4"/>
          <p:cNvSpPr/>
          <p:nvPr/>
        </p:nvSpPr>
        <p:spPr>
          <a:xfrm>
            <a:off x="0" y="0"/>
            <a:ext cx="2531110" cy="2055368"/>
          </a:xfrm>
          <a:custGeom>
            <a:rect b="b" l="l" r="r" t="t"/>
            <a:pathLst>
              <a:path extrusionOk="0" h="2055368" w="2531110">
                <a:moveTo>
                  <a:pt x="0" y="0"/>
                </a:moveTo>
                <a:lnTo>
                  <a:pt x="0" y="2055368"/>
                </a:lnTo>
                <a:lnTo>
                  <a:pt x="2531110" y="2055368"/>
                </a:lnTo>
                <a:lnTo>
                  <a:pt x="253111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164" name="Google Shape;164;p4"/>
          <p:cNvSpPr/>
          <p:nvPr/>
        </p:nvSpPr>
        <p:spPr>
          <a:xfrm>
            <a:off x="15201900" y="7843237"/>
            <a:ext cx="3086100" cy="2443738"/>
          </a:xfrm>
          <a:custGeom>
            <a:rect b="b" l="l" r="r" t="t"/>
            <a:pathLst>
              <a:path extrusionOk="0" h="2443734" w="3086100">
                <a:moveTo>
                  <a:pt x="0" y="0"/>
                </a:moveTo>
                <a:lnTo>
                  <a:pt x="0" y="2443734"/>
                </a:lnTo>
                <a:lnTo>
                  <a:pt x="3086100" y="2443734"/>
                </a:lnTo>
                <a:lnTo>
                  <a:pt x="308610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FF2F8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"/>
          <p:cNvSpPr/>
          <p:nvPr/>
        </p:nvSpPr>
        <p:spPr>
          <a:xfrm>
            <a:off x="-701973" y="-63503"/>
            <a:ext cx="9143971" cy="6388656"/>
          </a:xfrm>
          <a:custGeom>
            <a:rect b="b" l="l" r="r" t="t"/>
            <a:pathLst>
              <a:path extrusionOk="0" h="6388656" w="9143971">
                <a:moveTo>
                  <a:pt x="0" y="0"/>
                </a:moveTo>
                <a:lnTo>
                  <a:pt x="9143971" y="0"/>
                </a:lnTo>
                <a:lnTo>
                  <a:pt x="9143971" y="6388655"/>
                </a:lnTo>
                <a:lnTo>
                  <a:pt x="0" y="63886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0" name="Google Shape;170;p5"/>
          <p:cNvSpPr/>
          <p:nvPr/>
        </p:nvSpPr>
        <p:spPr>
          <a:xfrm>
            <a:off x="15138397" y="6640363"/>
            <a:ext cx="4237568" cy="3710140"/>
          </a:xfrm>
          <a:custGeom>
            <a:rect b="b" l="l" r="r" t="t"/>
            <a:pathLst>
              <a:path extrusionOk="0" h="3710140" w="4237568">
                <a:moveTo>
                  <a:pt x="0" y="0"/>
                </a:moveTo>
                <a:lnTo>
                  <a:pt x="4237568" y="0"/>
                </a:lnTo>
                <a:lnTo>
                  <a:pt x="4237568" y="3710140"/>
                </a:lnTo>
                <a:lnTo>
                  <a:pt x="0" y="37101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1" name="Google Shape;171;p5"/>
          <p:cNvSpPr/>
          <p:nvPr/>
        </p:nvSpPr>
        <p:spPr>
          <a:xfrm>
            <a:off x="0" y="0"/>
            <a:ext cx="2531110" cy="2055368"/>
          </a:xfrm>
          <a:custGeom>
            <a:rect b="b" l="l" r="r" t="t"/>
            <a:pathLst>
              <a:path extrusionOk="0" h="2055368" w="2531110">
                <a:moveTo>
                  <a:pt x="0" y="0"/>
                </a:moveTo>
                <a:lnTo>
                  <a:pt x="0" y="2055368"/>
                </a:lnTo>
                <a:lnTo>
                  <a:pt x="2531110" y="2055368"/>
                </a:lnTo>
                <a:lnTo>
                  <a:pt x="253111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172" name="Google Shape;172;p5"/>
          <p:cNvSpPr/>
          <p:nvPr/>
        </p:nvSpPr>
        <p:spPr>
          <a:xfrm>
            <a:off x="15201900" y="7843237"/>
            <a:ext cx="3086100" cy="2443738"/>
          </a:xfrm>
          <a:custGeom>
            <a:rect b="b" l="l" r="r" t="t"/>
            <a:pathLst>
              <a:path extrusionOk="0" h="2443734" w="3086100">
                <a:moveTo>
                  <a:pt x="0" y="0"/>
                </a:moveTo>
                <a:lnTo>
                  <a:pt x="0" y="2443734"/>
                </a:lnTo>
                <a:lnTo>
                  <a:pt x="3086100" y="2443734"/>
                </a:lnTo>
                <a:lnTo>
                  <a:pt x="308610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173" name="Google Shape;173;p5"/>
          <p:cNvSpPr txBox="1"/>
          <p:nvPr/>
        </p:nvSpPr>
        <p:spPr>
          <a:xfrm>
            <a:off x="1343635" y="2167490"/>
            <a:ext cx="310944" cy="368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25</a:t>
            </a:r>
            <a:endParaRPr/>
          </a:p>
        </p:txBody>
      </p:sp>
      <p:sp>
        <p:nvSpPr>
          <p:cNvPr id="174" name="Google Shape;174;p5"/>
          <p:cNvSpPr txBox="1"/>
          <p:nvPr/>
        </p:nvSpPr>
        <p:spPr>
          <a:xfrm>
            <a:off x="1343635" y="3024740"/>
            <a:ext cx="310944" cy="368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35</a:t>
            </a:r>
            <a:endParaRPr/>
          </a:p>
        </p:txBody>
      </p:sp>
      <p:sp>
        <p:nvSpPr>
          <p:cNvPr id="175" name="Google Shape;175;p5"/>
          <p:cNvSpPr txBox="1"/>
          <p:nvPr/>
        </p:nvSpPr>
        <p:spPr>
          <a:xfrm>
            <a:off x="1343635" y="3881990"/>
            <a:ext cx="310944" cy="368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30</a:t>
            </a:r>
            <a:endParaRPr/>
          </a:p>
        </p:txBody>
      </p:sp>
      <p:sp>
        <p:nvSpPr>
          <p:cNvPr id="176" name="Google Shape;176;p5"/>
          <p:cNvSpPr txBox="1"/>
          <p:nvPr/>
        </p:nvSpPr>
        <p:spPr>
          <a:xfrm>
            <a:off x="1343635" y="4739240"/>
            <a:ext cx="310944" cy="368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45</a:t>
            </a:r>
            <a:endParaRPr/>
          </a:p>
        </p:txBody>
      </p:sp>
      <p:sp>
        <p:nvSpPr>
          <p:cNvPr id="177" name="Google Shape;177;p5"/>
          <p:cNvSpPr txBox="1"/>
          <p:nvPr/>
        </p:nvSpPr>
        <p:spPr>
          <a:xfrm>
            <a:off x="1343635" y="5596490"/>
            <a:ext cx="310944" cy="368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28</a:t>
            </a:r>
            <a:endParaRPr/>
          </a:p>
        </p:txBody>
      </p:sp>
      <p:sp>
        <p:nvSpPr>
          <p:cNvPr id="178" name="Google Shape;178;p5"/>
          <p:cNvSpPr txBox="1"/>
          <p:nvPr/>
        </p:nvSpPr>
        <p:spPr>
          <a:xfrm>
            <a:off x="1250166" y="1316098"/>
            <a:ext cx="501844" cy="368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Age</a:t>
            </a:r>
            <a:endParaRPr/>
          </a:p>
        </p:txBody>
      </p:sp>
      <p:sp>
        <p:nvSpPr>
          <p:cNvPr id="179" name="Google Shape;179;p5"/>
          <p:cNvSpPr txBox="1"/>
          <p:nvPr/>
        </p:nvSpPr>
        <p:spPr>
          <a:xfrm>
            <a:off x="2529383" y="3024740"/>
            <a:ext cx="516855" cy="368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Low</a:t>
            </a:r>
            <a:endParaRPr/>
          </a:p>
        </p:txBody>
      </p:sp>
      <p:sp>
        <p:nvSpPr>
          <p:cNvPr id="180" name="Google Shape;180;p5"/>
          <p:cNvSpPr txBox="1"/>
          <p:nvPr/>
        </p:nvSpPr>
        <p:spPr>
          <a:xfrm>
            <a:off x="2529383" y="5596490"/>
            <a:ext cx="516855" cy="368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Low</a:t>
            </a:r>
            <a:endParaRPr/>
          </a:p>
        </p:txBody>
      </p:sp>
      <p:sp>
        <p:nvSpPr>
          <p:cNvPr id="181" name="Google Shape;181;p5"/>
          <p:cNvSpPr txBox="1"/>
          <p:nvPr/>
        </p:nvSpPr>
        <p:spPr>
          <a:xfrm>
            <a:off x="2495893" y="2167490"/>
            <a:ext cx="585216" cy="368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High</a:t>
            </a:r>
            <a:endParaRPr/>
          </a:p>
        </p:txBody>
      </p:sp>
      <p:sp>
        <p:nvSpPr>
          <p:cNvPr id="182" name="Google Shape;182;p5"/>
          <p:cNvSpPr txBox="1"/>
          <p:nvPr/>
        </p:nvSpPr>
        <p:spPr>
          <a:xfrm>
            <a:off x="2495893" y="4739240"/>
            <a:ext cx="585216" cy="368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High</a:t>
            </a:r>
            <a:endParaRPr/>
          </a:p>
        </p:txBody>
      </p:sp>
      <p:sp>
        <p:nvSpPr>
          <p:cNvPr id="183" name="Google Shape;183;p5"/>
          <p:cNvSpPr txBox="1"/>
          <p:nvPr/>
        </p:nvSpPr>
        <p:spPr>
          <a:xfrm>
            <a:off x="2266398" y="3881990"/>
            <a:ext cx="1053198" cy="368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Medium</a:t>
            </a:r>
            <a:endParaRPr/>
          </a:p>
        </p:txBody>
      </p:sp>
      <p:sp>
        <p:nvSpPr>
          <p:cNvPr id="184" name="Google Shape;184;p5"/>
          <p:cNvSpPr txBox="1"/>
          <p:nvPr/>
        </p:nvSpPr>
        <p:spPr>
          <a:xfrm>
            <a:off x="4239492" y="3024740"/>
            <a:ext cx="369227" cy="368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</a:t>
            </a:r>
            <a:endParaRPr/>
          </a:p>
        </p:txBody>
      </p:sp>
      <p:sp>
        <p:nvSpPr>
          <p:cNvPr id="185" name="Google Shape;185;p5"/>
          <p:cNvSpPr txBox="1"/>
          <p:nvPr/>
        </p:nvSpPr>
        <p:spPr>
          <a:xfrm>
            <a:off x="4239492" y="4739240"/>
            <a:ext cx="369227" cy="368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</a:t>
            </a:r>
            <a:endParaRPr/>
          </a:p>
        </p:txBody>
      </p:sp>
      <p:sp>
        <p:nvSpPr>
          <p:cNvPr id="186" name="Google Shape;186;p5"/>
          <p:cNvSpPr txBox="1"/>
          <p:nvPr/>
        </p:nvSpPr>
        <p:spPr>
          <a:xfrm>
            <a:off x="4207488" y="2167490"/>
            <a:ext cx="434530" cy="368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Yes</a:t>
            </a:r>
            <a:endParaRPr/>
          </a:p>
        </p:txBody>
      </p:sp>
      <p:sp>
        <p:nvSpPr>
          <p:cNvPr id="187" name="Google Shape;187;p5"/>
          <p:cNvSpPr txBox="1"/>
          <p:nvPr/>
        </p:nvSpPr>
        <p:spPr>
          <a:xfrm>
            <a:off x="4207488" y="3881990"/>
            <a:ext cx="434530" cy="368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Yes</a:t>
            </a:r>
            <a:endParaRPr/>
          </a:p>
        </p:txBody>
      </p:sp>
      <p:sp>
        <p:nvSpPr>
          <p:cNvPr id="188" name="Google Shape;188;p5"/>
          <p:cNvSpPr txBox="1"/>
          <p:nvPr/>
        </p:nvSpPr>
        <p:spPr>
          <a:xfrm>
            <a:off x="4207488" y="5596490"/>
            <a:ext cx="434530" cy="368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Yes</a:t>
            </a:r>
            <a:endParaRPr/>
          </a:p>
        </p:txBody>
      </p:sp>
      <p:sp>
        <p:nvSpPr>
          <p:cNvPr id="189" name="Google Shape;189;p5"/>
          <p:cNvSpPr txBox="1"/>
          <p:nvPr/>
        </p:nvSpPr>
        <p:spPr>
          <a:xfrm>
            <a:off x="5851493" y="3024740"/>
            <a:ext cx="369227" cy="368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</a:t>
            </a:r>
            <a:endParaRPr/>
          </a:p>
        </p:txBody>
      </p:sp>
      <p:sp>
        <p:nvSpPr>
          <p:cNvPr id="190" name="Google Shape;190;p5"/>
          <p:cNvSpPr txBox="1"/>
          <p:nvPr/>
        </p:nvSpPr>
        <p:spPr>
          <a:xfrm>
            <a:off x="5851493" y="3881990"/>
            <a:ext cx="369227" cy="368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</a:t>
            </a:r>
            <a:endParaRPr/>
          </a:p>
        </p:txBody>
      </p:sp>
      <p:sp>
        <p:nvSpPr>
          <p:cNvPr id="191" name="Google Shape;191;p5"/>
          <p:cNvSpPr txBox="1"/>
          <p:nvPr/>
        </p:nvSpPr>
        <p:spPr>
          <a:xfrm>
            <a:off x="5819489" y="2167490"/>
            <a:ext cx="434530" cy="368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Yes</a:t>
            </a:r>
            <a:endParaRPr/>
          </a:p>
        </p:txBody>
      </p:sp>
      <p:sp>
        <p:nvSpPr>
          <p:cNvPr id="192" name="Google Shape;192;p5"/>
          <p:cNvSpPr txBox="1"/>
          <p:nvPr/>
        </p:nvSpPr>
        <p:spPr>
          <a:xfrm>
            <a:off x="5819489" y="4739240"/>
            <a:ext cx="434530" cy="368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Yes</a:t>
            </a:r>
            <a:endParaRPr/>
          </a:p>
        </p:txBody>
      </p:sp>
      <p:sp>
        <p:nvSpPr>
          <p:cNvPr id="193" name="Google Shape;193;p5"/>
          <p:cNvSpPr txBox="1"/>
          <p:nvPr/>
        </p:nvSpPr>
        <p:spPr>
          <a:xfrm>
            <a:off x="5819489" y="5596490"/>
            <a:ext cx="434530" cy="368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Yes</a:t>
            </a:r>
            <a:endParaRPr/>
          </a:p>
        </p:txBody>
      </p:sp>
      <p:sp>
        <p:nvSpPr>
          <p:cNvPr id="194" name="Google Shape;194;p5"/>
          <p:cNvSpPr txBox="1"/>
          <p:nvPr/>
        </p:nvSpPr>
        <p:spPr>
          <a:xfrm>
            <a:off x="7387114" y="3024740"/>
            <a:ext cx="369227" cy="368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</a:t>
            </a:r>
            <a:endParaRPr/>
          </a:p>
        </p:txBody>
      </p:sp>
      <p:sp>
        <p:nvSpPr>
          <p:cNvPr id="195" name="Google Shape;195;p5"/>
          <p:cNvSpPr txBox="1"/>
          <p:nvPr/>
        </p:nvSpPr>
        <p:spPr>
          <a:xfrm>
            <a:off x="7387114" y="3881990"/>
            <a:ext cx="369227" cy="368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</a:t>
            </a:r>
            <a:endParaRPr/>
          </a:p>
        </p:txBody>
      </p:sp>
      <p:sp>
        <p:nvSpPr>
          <p:cNvPr id="196" name="Google Shape;196;p5"/>
          <p:cNvSpPr txBox="1"/>
          <p:nvPr/>
        </p:nvSpPr>
        <p:spPr>
          <a:xfrm>
            <a:off x="7355119" y="2167490"/>
            <a:ext cx="434530" cy="368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Yes</a:t>
            </a:r>
            <a:endParaRPr/>
          </a:p>
        </p:txBody>
      </p:sp>
      <p:sp>
        <p:nvSpPr>
          <p:cNvPr id="197" name="Google Shape;197;p5"/>
          <p:cNvSpPr txBox="1"/>
          <p:nvPr/>
        </p:nvSpPr>
        <p:spPr>
          <a:xfrm>
            <a:off x="7355119" y="4739240"/>
            <a:ext cx="434530" cy="368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Yes</a:t>
            </a:r>
            <a:endParaRPr/>
          </a:p>
        </p:txBody>
      </p:sp>
      <p:sp>
        <p:nvSpPr>
          <p:cNvPr id="198" name="Google Shape;198;p5"/>
          <p:cNvSpPr txBox="1"/>
          <p:nvPr/>
        </p:nvSpPr>
        <p:spPr>
          <a:xfrm>
            <a:off x="7355119" y="5596490"/>
            <a:ext cx="434530" cy="368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Yes</a:t>
            </a:r>
            <a:endParaRPr/>
          </a:p>
        </p:txBody>
      </p:sp>
      <p:sp>
        <p:nvSpPr>
          <p:cNvPr id="199" name="Google Shape;199;p5"/>
          <p:cNvSpPr txBox="1"/>
          <p:nvPr/>
        </p:nvSpPr>
        <p:spPr>
          <a:xfrm>
            <a:off x="8827703" y="1519819"/>
            <a:ext cx="8613553" cy="13607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92" u="none" cap="none" strike="noStrike">
                <a:solidFill>
                  <a:srgbClr val="6B886C"/>
                </a:solidFill>
                <a:latin typeface="Arial"/>
                <a:ea typeface="Arial"/>
                <a:cs typeface="Arial"/>
                <a:sym typeface="Arial"/>
              </a:rPr>
              <a:t>Tree: 2 (different data + random features) </a:t>
            </a:r>
            <a:r>
              <a:rPr b="0" i="0" lang="en-US" sz="3092" u="none" cap="none" strike="noStrike">
                <a:solidFill>
                  <a:srgbClr val="007D9C"/>
                </a:solidFill>
                <a:latin typeface="Arial"/>
                <a:ea typeface="Arial"/>
                <a:cs typeface="Arial"/>
                <a:sym typeface="Arial"/>
              </a:rPr>
              <a:t>Chosen feature: [Income, Weekend, Hungry] Root split on: Weekend</a:t>
            </a:r>
            <a:endParaRPr/>
          </a:p>
        </p:txBody>
      </p:sp>
      <p:sp>
        <p:nvSpPr>
          <p:cNvPr id="200" name="Google Shape;200;p5"/>
          <p:cNvSpPr txBox="1"/>
          <p:nvPr/>
        </p:nvSpPr>
        <p:spPr>
          <a:xfrm>
            <a:off x="8827703" y="2862844"/>
            <a:ext cx="112157" cy="1808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4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92" u="none" cap="none" strike="noStrike">
                <a:solidFill>
                  <a:srgbClr val="007D9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just">
              <a:lnSpc>
                <a:spcPct val="114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92" u="none" cap="none" strike="noStrike">
                <a:solidFill>
                  <a:srgbClr val="007D9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just">
              <a:lnSpc>
                <a:spcPct val="114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92" u="none" cap="none" strike="noStrike">
                <a:solidFill>
                  <a:srgbClr val="007D9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just">
              <a:lnSpc>
                <a:spcPct val="114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92" u="none" cap="none" strike="noStrike">
                <a:solidFill>
                  <a:srgbClr val="007D9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201" name="Google Shape;201;p5"/>
          <p:cNvSpPr txBox="1"/>
          <p:nvPr/>
        </p:nvSpPr>
        <p:spPr>
          <a:xfrm>
            <a:off x="9597300" y="3138050"/>
            <a:ext cx="49080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92" u="none" cap="none" strike="noStrike">
                <a:solidFill>
                  <a:srgbClr val="007D9C"/>
                </a:solidFill>
                <a:latin typeface="Arial"/>
                <a:ea typeface="Arial"/>
                <a:cs typeface="Arial"/>
                <a:sym typeface="Arial"/>
              </a:rPr>
              <a:t>if Yes ⟶ Predict Yes</a:t>
            </a:r>
            <a:br>
              <a:rPr lang="en-US" sz="3092">
                <a:solidFill>
                  <a:srgbClr val="007D9C"/>
                </a:solidFill>
              </a:rPr>
            </a:br>
            <a:r>
              <a:rPr b="0" i="0" lang="en-US" sz="3092" u="none" cap="none" strike="noStrike">
                <a:solidFill>
                  <a:srgbClr val="007D9C"/>
                </a:solidFill>
                <a:latin typeface="Arial"/>
                <a:ea typeface="Arial"/>
                <a:cs typeface="Arial"/>
                <a:sym typeface="Arial"/>
              </a:rPr>
              <a:t>if No ⟶ Split on Hungry</a:t>
            </a:r>
            <a:endParaRPr/>
          </a:p>
        </p:txBody>
      </p:sp>
      <p:sp>
        <p:nvSpPr>
          <p:cNvPr id="202" name="Google Shape;202;p5"/>
          <p:cNvSpPr txBox="1"/>
          <p:nvPr/>
        </p:nvSpPr>
        <p:spPr>
          <a:xfrm>
            <a:off x="10418944" y="4414069"/>
            <a:ext cx="37923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92" u="none" cap="none" strike="noStrike">
                <a:solidFill>
                  <a:srgbClr val="007D9C"/>
                </a:solidFill>
                <a:latin typeface="Arial"/>
                <a:ea typeface="Arial"/>
                <a:cs typeface="Arial"/>
                <a:sym typeface="Arial"/>
              </a:rPr>
              <a:t>if Yes ⟶ predict Yes if No ⟶ Predict No</a:t>
            </a:r>
            <a:endParaRPr/>
          </a:p>
        </p:txBody>
      </p:sp>
      <p:sp>
        <p:nvSpPr>
          <p:cNvPr id="203" name="Google Shape;203;p5"/>
          <p:cNvSpPr txBox="1"/>
          <p:nvPr/>
        </p:nvSpPr>
        <p:spPr>
          <a:xfrm>
            <a:off x="8827703" y="5965294"/>
            <a:ext cx="8313900" cy="15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92" u="none" cap="none" strike="noStrike">
                <a:solidFill>
                  <a:srgbClr val="6B886C"/>
                </a:solidFill>
                <a:latin typeface="Arial"/>
                <a:ea typeface="Arial"/>
                <a:cs typeface="Arial"/>
                <a:sym typeface="Arial"/>
              </a:rPr>
              <a:t>Tree: 3 (different data + random features): </a:t>
            </a:r>
            <a:r>
              <a:rPr b="0" i="0" lang="en-US" sz="3092" u="none" cap="none" strike="noStrike">
                <a:solidFill>
                  <a:srgbClr val="007D9C"/>
                </a:solidFill>
                <a:latin typeface="Arial"/>
                <a:ea typeface="Arial"/>
                <a:cs typeface="Arial"/>
                <a:sym typeface="Arial"/>
              </a:rPr>
              <a:t>Chosen features: [Age, Income, Hungry] Root Split on: Income</a:t>
            </a:r>
            <a:endParaRPr/>
          </a:p>
        </p:txBody>
      </p:sp>
      <p:sp>
        <p:nvSpPr>
          <p:cNvPr id="204" name="Google Shape;204;p5"/>
          <p:cNvSpPr txBox="1"/>
          <p:nvPr/>
        </p:nvSpPr>
        <p:spPr>
          <a:xfrm>
            <a:off x="8827703" y="6444244"/>
            <a:ext cx="112157" cy="913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4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92" u="none" cap="none" strike="noStrike">
                <a:solidFill>
                  <a:srgbClr val="007D9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just">
              <a:lnSpc>
                <a:spcPct val="114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92" u="none" cap="none" strike="noStrike">
                <a:solidFill>
                  <a:srgbClr val="007D9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205" name="Google Shape;205;p5"/>
          <p:cNvSpPr txBox="1"/>
          <p:nvPr/>
        </p:nvSpPr>
        <p:spPr>
          <a:xfrm>
            <a:off x="9597295" y="7787269"/>
            <a:ext cx="61179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92" u="none" cap="none" strike="noStrike">
                <a:solidFill>
                  <a:srgbClr val="007D9C"/>
                </a:solidFill>
                <a:latin typeface="Arial"/>
                <a:ea typeface="Arial"/>
                <a:cs typeface="Arial"/>
                <a:sym typeface="Arial"/>
              </a:rPr>
              <a:t>if High ⟶ Predict Yes</a:t>
            </a:r>
            <a:br>
              <a:rPr b="0" i="0" lang="en-US" sz="3092" u="none" cap="none" strike="noStrike">
                <a:solidFill>
                  <a:srgbClr val="007D9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3092" u="none" cap="none" strike="noStrike">
                <a:solidFill>
                  <a:srgbClr val="007D9C"/>
                </a:solidFill>
                <a:latin typeface="Arial"/>
                <a:ea typeface="Arial"/>
                <a:cs typeface="Arial"/>
                <a:sym typeface="Arial"/>
              </a:rPr>
              <a:t>if Medium or low ---&gt; Predict No</a:t>
            </a:r>
            <a:endParaRPr/>
          </a:p>
        </p:txBody>
      </p:sp>
      <p:sp>
        <p:nvSpPr>
          <p:cNvPr id="206" name="Google Shape;206;p5"/>
          <p:cNvSpPr txBox="1"/>
          <p:nvPr/>
        </p:nvSpPr>
        <p:spPr>
          <a:xfrm>
            <a:off x="3062430" y="456943"/>
            <a:ext cx="12078510" cy="5682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5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551" u="none" cap="none" strike="noStrike">
                <a:solidFill>
                  <a:srgbClr val="007D9C"/>
                </a:solidFill>
                <a:latin typeface="Arial"/>
                <a:ea typeface="Arial"/>
                <a:cs typeface="Arial"/>
                <a:sym typeface="Arial"/>
              </a:rPr>
              <a:t>RANDOM FOREST EXAMPLE</a:t>
            </a:r>
            <a:endParaRPr/>
          </a:p>
        </p:txBody>
      </p:sp>
      <p:sp>
        <p:nvSpPr>
          <p:cNvPr id="207" name="Google Shape;207;p5"/>
          <p:cNvSpPr txBox="1"/>
          <p:nvPr/>
        </p:nvSpPr>
        <p:spPr>
          <a:xfrm>
            <a:off x="2290362" y="1097023"/>
            <a:ext cx="1004459" cy="5878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50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Income</a:t>
            </a:r>
            <a:endParaRPr/>
          </a:p>
        </p:txBody>
      </p:sp>
      <p:sp>
        <p:nvSpPr>
          <p:cNvPr id="208" name="Google Shape;208;p5"/>
          <p:cNvSpPr txBox="1"/>
          <p:nvPr/>
        </p:nvSpPr>
        <p:spPr>
          <a:xfrm>
            <a:off x="3800742" y="1097023"/>
            <a:ext cx="1264129" cy="5878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50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Weekend</a:t>
            </a:r>
            <a:endParaRPr/>
          </a:p>
        </p:txBody>
      </p:sp>
      <p:sp>
        <p:nvSpPr>
          <p:cNvPr id="209" name="Google Shape;209;p5"/>
          <p:cNvSpPr txBox="1"/>
          <p:nvPr/>
        </p:nvSpPr>
        <p:spPr>
          <a:xfrm>
            <a:off x="5543712" y="1097023"/>
            <a:ext cx="997153" cy="5878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50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Hungry</a:t>
            </a:r>
            <a:endParaRPr/>
          </a:p>
        </p:txBody>
      </p:sp>
      <p:sp>
        <p:nvSpPr>
          <p:cNvPr id="210" name="Google Shape;210;p5"/>
          <p:cNvSpPr txBox="1"/>
          <p:nvPr/>
        </p:nvSpPr>
        <p:spPr>
          <a:xfrm>
            <a:off x="7029783" y="1097023"/>
            <a:ext cx="1098442" cy="5878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50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Will Buy</a:t>
            </a:r>
            <a:endParaRPr/>
          </a:p>
        </p:txBody>
      </p:sp>
      <p:sp>
        <p:nvSpPr>
          <p:cNvPr id="211" name="Google Shape;211;p5"/>
          <p:cNvSpPr txBox="1"/>
          <p:nvPr/>
        </p:nvSpPr>
        <p:spPr>
          <a:xfrm>
            <a:off x="356035" y="6444663"/>
            <a:ext cx="7951500" cy="31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40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90" u="none" cap="none" strike="noStrike">
                <a:solidFill>
                  <a:srgbClr val="007D9C"/>
                </a:solidFill>
                <a:latin typeface="Arial"/>
                <a:ea typeface="Arial"/>
                <a:cs typeface="Arial"/>
                <a:sym typeface="Arial"/>
              </a:rPr>
              <a:t>Random Forest with 3 Tree examples: </a:t>
            </a:r>
            <a:r>
              <a:rPr b="1" i="0" lang="en-US" sz="3090" u="none" cap="none" strike="noStrike">
                <a:solidFill>
                  <a:srgbClr val="6B886C"/>
                </a:solidFill>
                <a:latin typeface="Arial"/>
                <a:ea typeface="Arial"/>
                <a:cs typeface="Arial"/>
                <a:sym typeface="Arial"/>
              </a:rPr>
              <a:t>Tree: 1 (random data + random features) </a:t>
            </a:r>
            <a:r>
              <a:rPr b="0" i="0" lang="en-US" sz="3090" u="none" cap="none" strike="noStrike">
                <a:solidFill>
                  <a:srgbClr val="007D9C"/>
                </a:solidFill>
                <a:latin typeface="Arial"/>
                <a:ea typeface="Arial"/>
                <a:cs typeface="Arial"/>
                <a:sym typeface="Arial"/>
              </a:rPr>
              <a:t>Chosen feature: [Hungry, Age, Weekend] Root split on: Hungry  </a:t>
            </a:r>
            <a:br>
              <a:rPr b="0" i="0" lang="en-US" sz="3090" u="none" cap="none" strike="noStrike">
                <a:solidFill>
                  <a:srgbClr val="007D9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3090" u="none" cap="none" strike="noStrike">
                <a:solidFill>
                  <a:srgbClr val="007D9C"/>
                </a:solidFill>
                <a:latin typeface="Arial"/>
                <a:ea typeface="Arial"/>
                <a:cs typeface="Arial"/>
                <a:sym typeface="Arial"/>
              </a:rPr>
              <a:t>if Yes ⟶ Predict Yes  </a:t>
            </a:r>
            <a:br>
              <a:rPr b="0" i="0" lang="en-US" sz="3090" u="none" cap="none" strike="noStrike">
                <a:solidFill>
                  <a:srgbClr val="007D9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3090" u="none" cap="none" strike="noStrike">
                <a:solidFill>
                  <a:srgbClr val="007D9C"/>
                </a:solidFill>
                <a:latin typeface="Arial"/>
                <a:ea typeface="Arial"/>
                <a:cs typeface="Arial"/>
                <a:sym typeface="Arial"/>
              </a:rPr>
              <a:t>if No ⟶ Predict No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FF2F8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6"/>
          <p:cNvSpPr/>
          <p:nvPr/>
        </p:nvSpPr>
        <p:spPr>
          <a:xfrm>
            <a:off x="3" y="7365863"/>
            <a:ext cx="2734183" cy="2921121"/>
          </a:xfrm>
          <a:custGeom>
            <a:rect b="b" l="l" r="r" t="t"/>
            <a:pathLst>
              <a:path extrusionOk="0" h="2921127" w="2734183">
                <a:moveTo>
                  <a:pt x="0" y="0"/>
                </a:moveTo>
                <a:lnTo>
                  <a:pt x="0" y="2091817"/>
                </a:lnTo>
                <a:lnTo>
                  <a:pt x="0" y="2091817"/>
                </a:lnTo>
                <a:cubicBezTo>
                  <a:pt x="302641" y="2306193"/>
                  <a:pt x="552323" y="2590419"/>
                  <a:pt x="725551" y="2921127"/>
                </a:cubicBezTo>
                <a:lnTo>
                  <a:pt x="2734183" y="2921127"/>
                </a:lnTo>
                <a:cubicBezTo>
                  <a:pt x="2370455" y="1549146"/>
                  <a:pt x="1334389" y="450723"/>
                  <a:pt x="0" y="0"/>
                </a:cubicBezTo>
                <a:close/>
              </a:path>
            </a:pathLst>
          </a:custGeom>
          <a:solidFill>
            <a:srgbClr val="007D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7" name="Google Shape;217;p6"/>
          <p:cNvGrpSpPr/>
          <p:nvPr/>
        </p:nvGrpSpPr>
        <p:grpSpPr>
          <a:xfrm>
            <a:off x="0" y="0"/>
            <a:ext cx="2407282" cy="2479675"/>
            <a:chOff x="76200" y="76200"/>
            <a:chExt cx="2407285" cy="2479675"/>
          </a:xfrm>
        </p:grpSpPr>
        <p:sp>
          <p:nvSpPr>
            <p:cNvPr id="218" name="Google Shape;218;p6"/>
            <p:cNvSpPr/>
            <p:nvPr/>
          </p:nvSpPr>
          <p:spPr>
            <a:xfrm>
              <a:off x="76200" y="76200"/>
              <a:ext cx="2407285" cy="2032381"/>
            </a:xfrm>
            <a:custGeom>
              <a:rect b="b" l="l" r="r" t="t"/>
              <a:pathLst>
                <a:path extrusionOk="0" h="2032381" w="2407285">
                  <a:moveTo>
                    <a:pt x="0" y="0"/>
                  </a:moveTo>
                  <a:lnTo>
                    <a:pt x="0" y="2032381"/>
                  </a:lnTo>
                  <a:cubicBezTo>
                    <a:pt x="1143508" y="1885061"/>
                    <a:pt x="2078482" y="1074928"/>
                    <a:pt x="2407285" y="0"/>
                  </a:cubicBezTo>
                  <a:close/>
                </a:path>
              </a:pathLst>
            </a:custGeom>
            <a:solidFill>
              <a:srgbClr val="85CCE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6"/>
            <p:cNvSpPr/>
            <p:nvPr/>
          </p:nvSpPr>
          <p:spPr>
            <a:xfrm>
              <a:off x="76200" y="1156081"/>
              <a:ext cx="761238" cy="1399794"/>
            </a:xfrm>
            <a:custGeom>
              <a:rect b="b" l="l" r="r" t="t"/>
              <a:pathLst>
                <a:path extrusionOk="0" h="1399794" w="761238">
                  <a:moveTo>
                    <a:pt x="61341" y="127"/>
                  </a:moveTo>
                  <a:cubicBezTo>
                    <a:pt x="40767" y="127"/>
                    <a:pt x="20320" y="1016"/>
                    <a:pt x="0" y="2794"/>
                  </a:cubicBezTo>
                  <a:lnTo>
                    <a:pt x="0" y="2794"/>
                  </a:lnTo>
                  <a:lnTo>
                    <a:pt x="0" y="1397127"/>
                  </a:lnTo>
                  <a:cubicBezTo>
                    <a:pt x="20320" y="1398905"/>
                    <a:pt x="40767" y="1399794"/>
                    <a:pt x="61341" y="1399794"/>
                  </a:cubicBezTo>
                  <a:cubicBezTo>
                    <a:pt x="107315" y="1399794"/>
                    <a:pt x="152781" y="1395349"/>
                    <a:pt x="197866" y="1386332"/>
                  </a:cubicBezTo>
                  <a:cubicBezTo>
                    <a:pt x="242951" y="1377315"/>
                    <a:pt x="286639" y="1364107"/>
                    <a:pt x="329184" y="1346454"/>
                  </a:cubicBezTo>
                  <a:cubicBezTo>
                    <a:pt x="371729" y="1328801"/>
                    <a:pt x="411988" y="1307338"/>
                    <a:pt x="450215" y="1281811"/>
                  </a:cubicBezTo>
                  <a:cubicBezTo>
                    <a:pt x="488442" y="1256284"/>
                    <a:pt x="523748" y="1227328"/>
                    <a:pt x="556260" y="1194816"/>
                  </a:cubicBezTo>
                  <a:cubicBezTo>
                    <a:pt x="588772" y="1162304"/>
                    <a:pt x="617728" y="1126998"/>
                    <a:pt x="643255" y="1088771"/>
                  </a:cubicBezTo>
                  <a:cubicBezTo>
                    <a:pt x="668782" y="1050544"/>
                    <a:pt x="690372" y="1010285"/>
                    <a:pt x="707898" y="967740"/>
                  </a:cubicBezTo>
                  <a:cubicBezTo>
                    <a:pt x="725424" y="925195"/>
                    <a:pt x="738759" y="881507"/>
                    <a:pt x="747776" y="836422"/>
                  </a:cubicBezTo>
                  <a:cubicBezTo>
                    <a:pt x="756793" y="791337"/>
                    <a:pt x="761238" y="745998"/>
                    <a:pt x="761238" y="700151"/>
                  </a:cubicBezTo>
                  <a:lnTo>
                    <a:pt x="761238" y="699643"/>
                  </a:lnTo>
                  <a:lnTo>
                    <a:pt x="761238" y="699643"/>
                  </a:lnTo>
                  <a:cubicBezTo>
                    <a:pt x="761238" y="653796"/>
                    <a:pt x="756793" y="608330"/>
                    <a:pt x="747776" y="563372"/>
                  </a:cubicBezTo>
                  <a:cubicBezTo>
                    <a:pt x="738759" y="518414"/>
                    <a:pt x="725551" y="474599"/>
                    <a:pt x="707898" y="432054"/>
                  </a:cubicBezTo>
                  <a:cubicBezTo>
                    <a:pt x="690245" y="389509"/>
                    <a:pt x="668782" y="349250"/>
                    <a:pt x="643255" y="311023"/>
                  </a:cubicBezTo>
                  <a:cubicBezTo>
                    <a:pt x="617728" y="272796"/>
                    <a:pt x="588772" y="237490"/>
                    <a:pt x="556260" y="204978"/>
                  </a:cubicBezTo>
                  <a:cubicBezTo>
                    <a:pt x="523748" y="172466"/>
                    <a:pt x="488442" y="143510"/>
                    <a:pt x="450215" y="117983"/>
                  </a:cubicBezTo>
                  <a:cubicBezTo>
                    <a:pt x="411988" y="92456"/>
                    <a:pt x="371729" y="70866"/>
                    <a:pt x="329184" y="53340"/>
                  </a:cubicBezTo>
                  <a:cubicBezTo>
                    <a:pt x="286639" y="35814"/>
                    <a:pt x="242951" y="22479"/>
                    <a:pt x="197866" y="13462"/>
                  </a:cubicBezTo>
                  <a:cubicBezTo>
                    <a:pt x="152781" y="4445"/>
                    <a:pt x="107315" y="0"/>
                    <a:pt x="61341" y="0"/>
                  </a:cubicBezTo>
                  <a:close/>
                </a:path>
              </a:pathLst>
            </a:custGeom>
            <a:solidFill>
              <a:srgbClr val="007D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0" name="Google Shape;220;p6"/>
          <p:cNvSpPr/>
          <p:nvPr/>
        </p:nvSpPr>
        <p:spPr>
          <a:xfrm>
            <a:off x="15571829" y="3"/>
            <a:ext cx="2716143" cy="1781172"/>
          </a:xfrm>
          <a:custGeom>
            <a:rect b="b" l="l" r="r" t="t"/>
            <a:pathLst>
              <a:path extrusionOk="0" h="1781175" w="2716149">
                <a:moveTo>
                  <a:pt x="0" y="0"/>
                </a:moveTo>
                <a:cubicBezTo>
                  <a:pt x="336677" y="1034034"/>
                  <a:pt x="1308354" y="1781175"/>
                  <a:pt x="2454910" y="1781175"/>
                </a:cubicBezTo>
                <a:cubicBezTo>
                  <a:pt x="2543175" y="1781175"/>
                  <a:pt x="2630297" y="1776730"/>
                  <a:pt x="2716149" y="1768094"/>
                </a:cubicBezTo>
                <a:lnTo>
                  <a:pt x="2716149" y="1768094"/>
                </a:lnTo>
                <a:lnTo>
                  <a:pt x="2716149" y="990600"/>
                </a:lnTo>
                <a:lnTo>
                  <a:pt x="2716149" y="990600"/>
                </a:lnTo>
                <a:cubicBezTo>
                  <a:pt x="2630805" y="1002919"/>
                  <a:pt x="2543556" y="1009396"/>
                  <a:pt x="2454910" y="1009396"/>
                </a:cubicBezTo>
                <a:cubicBezTo>
                  <a:pt x="1743583" y="1009396"/>
                  <a:pt x="1127379" y="597789"/>
                  <a:pt x="831850" y="0"/>
                </a:cubicBezTo>
                <a:close/>
              </a:path>
            </a:pathLst>
          </a:custGeom>
          <a:solidFill>
            <a:srgbClr val="85CC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1" name="Google Shape;221;p6"/>
          <p:cNvGrpSpPr/>
          <p:nvPr/>
        </p:nvGrpSpPr>
        <p:grpSpPr>
          <a:xfrm>
            <a:off x="15555338" y="6703863"/>
            <a:ext cx="2732662" cy="3583175"/>
            <a:chOff x="416941" y="63500"/>
            <a:chExt cx="2732659" cy="3583178"/>
          </a:xfrm>
        </p:grpSpPr>
        <p:sp>
          <p:nvSpPr>
            <p:cNvPr id="222" name="Google Shape;222;p6"/>
            <p:cNvSpPr/>
            <p:nvPr/>
          </p:nvSpPr>
          <p:spPr>
            <a:xfrm>
              <a:off x="416941" y="1332484"/>
              <a:ext cx="2732659" cy="2314194"/>
            </a:xfrm>
            <a:custGeom>
              <a:rect b="b" l="l" r="r" t="t"/>
              <a:pathLst>
                <a:path extrusionOk="0" h="2314194" w="2732659">
                  <a:moveTo>
                    <a:pt x="2732659" y="0"/>
                  </a:moveTo>
                  <a:cubicBezTo>
                    <a:pt x="1508633" y="315087"/>
                    <a:pt x="504952" y="1179195"/>
                    <a:pt x="0" y="2314194"/>
                  </a:cubicBezTo>
                  <a:lnTo>
                    <a:pt x="2732659" y="2314194"/>
                  </a:lnTo>
                  <a:lnTo>
                    <a:pt x="2732659" y="0"/>
                  </a:lnTo>
                  <a:close/>
                </a:path>
              </a:pathLst>
            </a:custGeom>
            <a:solidFill>
              <a:srgbClr val="007D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6"/>
            <p:cNvSpPr/>
            <p:nvPr/>
          </p:nvSpPr>
          <p:spPr>
            <a:xfrm>
              <a:off x="2120900" y="63500"/>
              <a:ext cx="1028700" cy="2053082"/>
            </a:xfrm>
            <a:custGeom>
              <a:rect b="b" l="l" r="r" t="t"/>
              <a:pathLst>
                <a:path extrusionOk="0" h="2053082" w="1028700">
                  <a:moveTo>
                    <a:pt x="1026541" y="0"/>
                  </a:moveTo>
                  <a:cubicBezTo>
                    <a:pt x="992886" y="0"/>
                    <a:pt x="959358" y="1651"/>
                    <a:pt x="925957" y="4953"/>
                  </a:cubicBezTo>
                  <a:cubicBezTo>
                    <a:pt x="892556" y="8255"/>
                    <a:pt x="859282" y="13208"/>
                    <a:pt x="826262" y="19685"/>
                  </a:cubicBezTo>
                  <a:cubicBezTo>
                    <a:pt x="793242" y="26162"/>
                    <a:pt x="760730" y="34417"/>
                    <a:pt x="728599" y="44196"/>
                  </a:cubicBezTo>
                  <a:cubicBezTo>
                    <a:pt x="696468" y="53975"/>
                    <a:pt x="664845" y="65278"/>
                    <a:pt x="633730" y="78105"/>
                  </a:cubicBezTo>
                  <a:cubicBezTo>
                    <a:pt x="602615" y="90932"/>
                    <a:pt x="572262" y="105283"/>
                    <a:pt x="542671" y="121158"/>
                  </a:cubicBezTo>
                  <a:cubicBezTo>
                    <a:pt x="513080" y="137033"/>
                    <a:pt x="484251" y="154305"/>
                    <a:pt x="456311" y="172974"/>
                  </a:cubicBezTo>
                  <a:cubicBezTo>
                    <a:pt x="428371" y="191643"/>
                    <a:pt x="401320" y="211709"/>
                    <a:pt x="375412" y="233045"/>
                  </a:cubicBezTo>
                  <a:cubicBezTo>
                    <a:pt x="349504" y="254381"/>
                    <a:pt x="324485" y="276987"/>
                    <a:pt x="300736" y="300736"/>
                  </a:cubicBezTo>
                  <a:cubicBezTo>
                    <a:pt x="276987" y="324485"/>
                    <a:pt x="254381" y="349377"/>
                    <a:pt x="233045" y="375412"/>
                  </a:cubicBezTo>
                  <a:cubicBezTo>
                    <a:pt x="211709" y="401447"/>
                    <a:pt x="191770" y="428371"/>
                    <a:pt x="172974" y="456311"/>
                  </a:cubicBezTo>
                  <a:cubicBezTo>
                    <a:pt x="154178" y="484251"/>
                    <a:pt x="137033" y="513080"/>
                    <a:pt x="121158" y="542671"/>
                  </a:cubicBezTo>
                  <a:cubicBezTo>
                    <a:pt x="105283" y="572262"/>
                    <a:pt x="90932" y="602742"/>
                    <a:pt x="78105" y="633730"/>
                  </a:cubicBezTo>
                  <a:cubicBezTo>
                    <a:pt x="65278" y="664718"/>
                    <a:pt x="53975" y="696468"/>
                    <a:pt x="44196" y="728599"/>
                  </a:cubicBezTo>
                  <a:cubicBezTo>
                    <a:pt x="34417" y="760730"/>
                    <a:pt x="26289" y="793369"/>
                    <a:pt x="19685" y="826262"/>
                  </a:cubicBezTo>
                  <a:cubicBezTo>
                    <a:pt x="13081" y="859155"/>
                    <a:pt x="8255" y="892429"/>
                    <a:pt x="4953" y="925957"/>
                  </a:cubicBezTo>
                  <a:cubicBezTo>
                    <a:pt x="1651" y="959485"/>
                    <a:pt x="0" y="993013"/>
                    <a:pt x="0" y="1026541"/>
                  </a:cubicBezTo>
                  <a:cubicBezTo>
                    <a:pt x="0" y="1060069"/>
                    <a:pt x="1651" y="1093724"/>
                    <a:pt x="4953" y="1127125"/>
                  </a:cubicBezTo>
                  <a:cubicBezTo>
                    <a:pt x="8255" y="1160526"/>
                    <a:pt x="13208" y="1193800"/>
                    <a:pt x="19685" y="1226820"/>
                  </a:cubicBezTo>
                  <a:cubicBezTo>
                    <a:pt x="26162" y="1259840"/>
                    <a:pt x="34417" y="1292352"/>
                    <a:pt x="44196" y="1324483"/>
                  </a:cubicBezTo>
                  <a:cubicBezTo>
                    <a:pt x="53975" y="1356614"/>
                    <a:pt x="65278" y="1388237"/>
                    <a:pt x="78105" y="1419352"/>
                  </a:cubicBezTo>
                  <a:cubicBezTo>
                    <a:pt x="90932" y="1450467"/>
                    <a:pt x="105283" y="1480820"/>
                    <a:pt x="121158" y="1510411"/>
                  </a:cubicBezTo>
                  <a:cubicBezTo>
                    <a:pt x="137033" y="1540002"/>
                    <a:pt x="154305" y="1568831"/>
                    <a:pt x="172974" y="1596771"/>
                  </a:cubicBezTo>
                  <a:cubicBezTo>
                    <a:pt x="191643" y="1624711"/>
                    <a:pt x="211709" y="1651762"/>
                    <a:pt x="233045" y="1677670"/>
                  </a:cubicBezTo>
                  <a:cubicBezTo>
                    <a:pt x="254381" y="1703578"/>
                    <a:pt x="276987" y="1728597"/>
                    <a:pt x="300736" y="1752346"/>
                  </a:cubicBezTo>
                  <a:cubicBezTo>
                    <a:pt x="324485" y="1776095"/>
                    <a:pt x="349377" y="1798701"/>
                    <a:pt x="375412" y="1820037"/>
                  </a:cubicBezTo>
                  <a:cubicBezTo>
                    <a:pt x="401447" y="1841373"/>
                    <a:pt x="428371" y="1861312"/>
                    <a:pt x="456311" y="1880108"/>
                  </a:cubicBezTo>
                  <a:cubicBezTo>
                    <a:pt x="484251" y="1898904"/>
                    <a:pt x="513080" y="1916049"/>
                    <a:pt x="542671" y="1931924"/>
                  </a:cubicBezTo>
                  <a:cubicBezTo>
                    <a:pt x="572262" y="1947799"/>
                    <a:pt x="602742" y="1962150"/>
                    <a:pt x="633730" y="1974977"/>
                  </a:cubicBezTo>
                  <a:cubicBezTo>
                    <a:pt x="664718" y="1987804"/>
                    <a:pt x="696468" y="1999107"/>
                    <a:pt x="728599" y="2008886"/>
                  </a:cubicBezTo>
                  <a:cubicBezTo>
                    <a:pt x="760730" y="2018665"/>
                    <a:pt x="793369" y="2026793"/>
                    <a:pt x="826262" y="2033397"/>
                  </a:cubicBezTo>
                  <a:cubicBezTo>
                    <a:pt x="859155" y="2040001"/>
                    <a:pt x="892429" y="2044827"/>
                    <a:pt x="925957" y="2048129"/>
                  </a:cubicBezTo>
                  <a:cubicBezTo>
                    <a:pt x="959104" y="2051431"/>
                    <a:pt x="992378" y="2053082"/>
                    <a:pt x="1025652" y="2053082"/>
                  </a:cubicBezTo>
                  <a:lnTo>
                    <a:pt x="1027430" y="2053082"/>
                  </a:lnTo>
                  <a:cubicBezTo>
                    <a:pt x="1027811" y="2053082"/>
                    <a:pt x="1028192" y="2053082"/>
                    <a:pt x="1028700" y="2053082"/>
                  </a:cubicBezTo>
                  <a:lnTo>
                    <a:pt x="1028700" y="2053082"/>
                  </a:lnTo>
                  <a:lnTo>
                    <a:pt x="1028700" y="0"/>
                  </a:lnTo>
                  <a:lnTo>
                    <a:pt x="1028700" y="0"/>
                  </a:lnTo>
                  <a:cubicBezTo>
                    <a:pt x="1027938" y="0"/>
                    <a:pt x="1027303" y="0"/>
                    <a:pt x="1026541" y="0"/>
                  </a:cubicBezTo>
                  <a:close/>
                </a:path>
              </a:pathLst>
            </a:custGeom>
            <a:solidFill>
              <a:srgbClr val="85CCE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4" name="Google Shape;224;p6"/>
          <p:cNvSpPr/>
          <p:nvPr/>
        </p:nvSpPr>
        <p:spPr>
          <a:xfrm>
            <a:off x="0" y="7144502"/>
            <a:ext cx="2875029" cy="3142485"/>
          </a:xfrm>
          <a:custGeom>
            <a:rect b="b" l="l" r="r" t="t"/>
            <a:pathLst>
              <a:path extrusionOk="0" h="3142488" w="2875026">
                <a:moveTo>
                  <a:pt x="0" y="0"/>
                </a:moveTo>
                <a:lnTo>
                  <a:pt x="0" y="3142488"/>
                </a:lnTo>
                <a:lnTo>
                  <a:pt x="2875026" y="3142488"/>
                </a:lnTo>
                <a:lnTo>
                  <a:pt x="2875026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225" name="Google Shape;225;p6"/>
          <p:cNvSpPr/>
          <p:nvPr/>
        </p:nvSpPr>
        <p:spPr>
          <a:xfrm>
            <a:off x="0" y="0"/>
            <a:ext cx="2531110" cy="2055368"/>
          </a:xfrm>
          <a:custGeom>
            <a:rect b="b" l="l" r="r" t="t"/>
            <a:pathLst>
              <a:path extrusionOk="0" h="2055368" w="2531110">
                <a:moveTo>
                  <a:pt x="0" y="0"/>
                </a:moveTo>
                <a:lnTo>
                  <a:pt x="0" y="2055368"/>
                </a:lnTo>
                <a:lnTo>
                  <a:pt x="2531110" y="2055368"/>
                </a:lnTo>
                <a:lnTo>
                  <a:pt x="253111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226" name="Google Shape;226;p6"/>
          <p:cNvSpPr/>
          <p:nvPr/>
        </p:nvSpPr>
        <p:spPr>
          <a:xfrm>
            <a:off x="15201900" y="7843237"/>
            <a:ext cx="3086100" cy="2443738"/>
          </a:xfrm>
          <a:custGeom>
            <a:rect b="b" l="l" r="r" t="t"/>
            <a:pathLst>
              <a:path extrusionOk="0" h="2443734" w="3086100">
                <a:moveTo>
                  <a:pt x="0" y="0"/>
                </a:moveTo>
                <a:lnTo>
                  <a:pt x="0" y="2443734"/>
                </a:lnTo>
                <a:lnTo>
                  <a:pt x="3086100" y="2443734"/>
                </a:lnTo>
                <a:lnTo>
                  <a:pt x="308610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227" name="Google Shape;227;p6"/>
          <p:cNvSpPr txBox="1"/>
          <p:nvPr/>
        </p:nvSpPr>
        <p:spPr>
          <a:xfrm>
            <a:off x="2835036" y="2146802"/>
            <a:ext cx="12361800" cy="49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8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91" u="none" cap="none" strike="noStrike">
                <a:solidFill>
                  <a:srgbClr val="007D9C"/>
                </a:solidFill>
                <a:latin typeface="Arial"/>
                <a:ea typeface="Arial"/>
                <a:cs typeface="Arial"/>
                <a:sym typeface="Arial"/>
              </a:rPr>
              <a:t>For new data point (input data / test data) </a:t>
            </a:r>
            <a:br>
              <a:rPr b="0" i="0" lang="en-US" sz="3591" u="none" cap="none" strike="noStrike">
                <a:solidFill>
                  <a:srgbClr val="007D9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3591" u="none" cap="none" strike="noStrike">
                <a:solidFill>
                  <a:srgbClr val="007D9C"/>
                </a:solidFill>
                <a:latin typeface="Arial"/>
                <a:ea typeface="Arial"/>
                <a:cs typeface="Arial"/>
                <a:sym typeface="Arial"/>
              </a:rPr>
              <a:t>Age = 30, Income = High, weekend = Yes, Hungry = Yes</a:t>
            </a:r>
            <a:br>
              <a:rPr b="0" i="0" lang="en-US" sz="3591" u="none" cap="none" strike="noStrike">
                <a:solidFill>
                  <a:srgbClr val="007D9C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3591">
                <a:solidFill>
                  <a:srgbClr val="007D9C"/>
                </a:solidFill>
              </a:rPr>
            </a:br>
            <a:r>
              <a:rPr b="0" i="0" lang="en-US" sz="3591" u="none" cap="none" strike="noStrike">
                <a:solidFill>
                  <a:srgbClr val="007D9C"/>
                </a:solidFill>
                <a:latin typeface="Arial"/>
                <a:ea typeface="Arial"/>
                <a:cs typeface="Arial"/>
                <a:sym typeface="Arial"/>
              </a:rPr>
              <a:t>Tree 1 → Yes (Hungry = Yes) </a:t>
            </a:r>
            <a:br>
              <a:rPr b="0" i="0" lang="en-US" sz="3591" u="none" cap="none" strike="noStrike">
                <a:solidFill>
                  <a:srgbClr val="007D9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3591" u="none" cap="none" strike="noStrike">
                <a:solidFill>
                  <a:srgbClr val="007D9C"/>
                </a:solidFill>
                <a:latin typeface="Arial"/>
                <a:ea typeface="Arial"/>
                <a:cs typeface="Arial"/>
                <a:sym typeface="Arial"/>
              </a:rPr>
              <a:t>Tree 2 ⟶ Yes (Weekend = Yes) </a:t>
            </a:r>
            <a:br>
              <a:rPr b="0" i="0" lang="en-US" sz="3591" u="none" cap="none" strike="noStrike">
                <a:solidFill>
                  <a:srgbClr val="007D9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3591" u="none" cap="none" strike="noStrike">
                <a:solidFill>
                  <a:srgbClr val="007D9C"/>
                </a:solidFill>
                <a:latin typeface="Arial"/>
                <a:ea typeface="Arial"/>
                <a:cs typeface="Arial"/>
                <a:sym typeface="Arial"/>
              </a:rPr>
              <a:t>Tree 3 ⟶ Yes (Income = High) </a:t>
            </a:r>
            <a:br>
              <a:rPr b="0" i="0" lang="en-US" sz="3591" u="none" cap="none" strike="noStrike">
                <a:solidFill>
                  <a:srgbClr val="007D9C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3591" u="none" cap="none" strike="noStrike">
                <a:solidFill>
                  <a:srgbClr val="007D9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3591" u="none" cap="none" strike="noStrike">
                <a:solidFill>
                  <a:srgbClr val="6B886C"/>
                </a:solidFill>
                <a:latin typeface="Arial"/>
                <a:ea typeface="Arial"/>
                <a:cs typeface="Arial"/>
                <a:sym typeface="Arial"/>
              </a:rPr>
              <a:t>Final Prediction </a:t>
            </a:r>
            <a:r>
              <a:rPr b="0" i="0" lang="en-US" sz="3591" u="none" cap="none" strike="noStrike">
                <a:solidFill>
                  <a:srgbClr val="6B886C"/>
                </a:solidFill>
                <a:latin typeface="Arial"/>
                <a:ea typeface="Arial"/>
                <a:cs typeface="Arial"/>
                <a:sym typeface="Arial"/>
              </a:rPr>
              <a:t>⟶</a:t>
            </a:r>
            <a:r>
              <a:rPr b="1" i="0" lang="en-US" sz="3591" u="none" cap="none" strike="noStrike">
                <a:solidFill>
                  <a:srgbClr val="6B886C"/>
                </a:solidFill>
                <a:latin typeface="Arial"/>
                <a:ea typeface="Arial"/>
                <a:cs typeface="Arial"/>
                <a:sym typeface="Arial"/>
              </a:rPr>
              <a:t> Yes (Majority Vote)</a:t>
            </a:r>
            <a:endParaRPr/>
          </a:p>
        </p:txBody>
      </p:sp>
      <p:sp>
        <p:nvSpPr>
          <p:cNvPr id="228" name="Google Shape;228;p6"/>
          <p:cNvSpPr txBox="1"/>
          <p:nvPr/>
        </p:nvSpPr>
        <p:spPr>
          <a:xfrm>
            <a:off x="3292592" y="386163"/>
            <a:ext cx="11609165" cy="11301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551" u="none" cap="none" strike="noStrike">
                <a:solidFill>
                  <a:srgbClr val="007D9C"/>
                </a:solidFill>
                <a:latin typeface="Arial"/>
                <a:ea typeface="Arial"/>
                <a:cs typeface="Arial"/>
                <a:sym typeface="Arial"/>
              </a:rPr>
              <a:t>HOW PREDICTION WORKS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